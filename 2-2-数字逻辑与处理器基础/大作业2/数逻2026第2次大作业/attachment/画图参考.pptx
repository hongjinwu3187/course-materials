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1821" r:id="rId2"/>
    <p:sldId id="68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B1864-54E8-4714-9A79-D64904D7469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76398-827F-483A-B749-216D04E3A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96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4350" y="4462463"/>
            <a:ext cx="5900738" cy="4229100"/>
          </a:xfrm>
          <a:noFill/>
        </p:spPr>
        <p:txBody>
          <a:bodyPr lIns="92005" tIns="45195" rIns="92005" bIns="45195"/>
          <a:lstStyle/>
          <a:p>
            <a:pPr eaLnBrk="1" hangingPunct="1"/>
            <a:endParaRPr lang="en-US" altLang="en-US" dirty="0">
              <a:latin typeface="Arial" charset="0"/>
            </a:endParaRPr>
          </a:p>
        </p:txBody>
      </p:sp>
      <p:sp>
        <p:nvSpPr>
          <p:cNvPr id="1740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8925" y="590550"/>
            <a:ext cx="6284913" cy="3536950"/>
          </a:xfrm>
        </p:spPr>
      </p:sp>
    </p:spTree>
    <p:extLst>
      <p:ext uri="{BB962C8B-B14F-4D97-AF65-F5344CB8AC3E}">
        <p14:creationId xmlns:p14="http://schemas.microsoft.com/office/powerpoint/2010/main" val="941357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5DD47-109D-4056-9D46-39E40036F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82AEF4-ED5E-420B-BE77-BAD7C2310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48DD2F-0F2B-4D67-A924-5F072C2F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13B29C-59B3-4506-8335-6F695CF7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E5645B-4A3D-4D0C-91B9-C5D442AC1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18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8C9BC-8811-44CD-8ACB-8D73E26C0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09FF6C-E643-4022-89F7-D595BF9FC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331A8F-6308-488C-8F8F-7E8BAB07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9E56B5-07B2-44BE-94EC-F2D2E642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032F8-6CF9-4A41-9AE5-BFC276AA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68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3CE5E-B548-4CCA-9A27-07264F9E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1C4D5F-3A03-4DE1-AF52-36E172397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A0506D-7187-4D11-8369-9B2C4970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403FE2-9881-4378-9696-8BD75B557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85BC06-EEAB-48A4-BF7A-412BCF70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63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79096-1168-4985-829C-D3C47AB13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0CD754-7C5B-4892-A74D-69364356F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C60EE4-0C71-4042-8823-11F23D0A0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71178E-8286-40E4-BE04-0169149F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9ED71F-6000-4C7A-8852-907E092C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4578E5-2E49-4602-B2F5-C44DBC4E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86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3CA1D-4863-4D6B-915F-19616B6F9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548350-6512-488E-B392-1E85C3FDA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077645-0F8D-4DAC-98FE-3952E5B23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1B5B52-CED8-4668-9893-5D4496206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28CE61-3BA2-4265-A1F5-ACFF95D4D0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89E888-E71E-4B5A-A0E3-E0EAD3EF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B17E8A8-67E0-4324-913E-2817689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252371-16AD-453B-BB1A-54700BA7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96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EDE91-F111-4530-9177-C74A05B3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E0DC1F-C888-4B27-9859-28CC0C54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B52AD7-9A94-4C06-99DD-0E85ABB8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76116C-B7AA-46F4-918B-769B008F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859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AD583C-EED2-44EC-90C8-AB56F712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476D62-EA01-49EA-8C18-68A6EE4F7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12370B-D53F-44BA-9166-FFEC7DAF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79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3BF6E-2603-42FF-B501-713608893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B46310-ED36-4925-B989-549D13F82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6F0E12-4644-463B-AE9F-CE56CA637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9576F2-8AF2-4CA4-B050-FABE2FC4A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84520C-E423-45EA-AEE0-8A6D2C7C2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7B665F-1D59-4C16-A087-932A5955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88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6C026-51A0-4ACE-AF7F-85055CA3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59BD98-4A04-43E4-9CA2-1A4F326FF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559B89-CE12-48DC-932B-EBE95C37A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A9ABD3-FF40-4A1C-963E-D72A0353B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782C5-1C7D-42DB-A749-80F9C83B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61532B-40A0-4DE4-A6B6-699FEFA00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07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5AC58-2DC7-4351-BA04-97DA2CA3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BD15AE-28FC-41D7-97BD-158B5E5A8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6E2B2E-6CD6-4761-A726-F56CD532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AFA909-BC14-43F8-9BEA-054B253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834A64-DDA6-40A7-A8D8-03151F18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88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4D9727-3E25-4297-857E-FCE06B450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CD9DD9-9245-463E-B705-B048D983C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C01A70-EB34-4AD0-BD03-56D73AAFA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442A27-35F7-4B29-8C87-E419CDF02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21DABB-1386-4F03-8276-6D2888F5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83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BAE9AD-8BB1-44E2-9278-98F43DEB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7F5AC-0BA0-4F70-B1B8-328416FB0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DB132-E9DA-48D1-AFE0-CE30F972C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A4E62-E9A2-4D46-8482-9E6F0D357B35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31754F-84CF-492F-9629-5ACD49494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0155E4-7422-471A-8DAD-527F1719E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AFC7A-BD3E-41AD-955E-CBB03B470D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32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42" name="Rectangle 147"/>
          <p:cNvSpPr>
            <a:spLocks noGrp="1" noChangeArrowheads="1"/>
          </p:cNvSpPr>
          <p:nvPr>
            <p:ph idx="1"/>
          </p:nvPr>
        </p:nvSpPr>
        <p:spPr>
          <a:xfrm>
            <a:off x="2057400" y="1042988"/>
            <a:ext cx="8610600" cy="411395"/>
          </a:xfrm>
          <a:solidFill>
            <a:schemeClr val="bg1"/>
          </a:solidFill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3500" tIns="25400" rIns="63500" bIns="25400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600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BD559-D294-4064-B231-136E0BE4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29E17-5129-400D-8A43-FFE07417D79B}" type="slidenum">
              <a:rPr lang="zh-CN" altLang="en-US" smtClean="0"/>
              <a:pPr>
                <a:defRPr/>
              </a:pPr>
              <a:t>1</a:t>
            </a:fld>
            <a:endParaRPr lang="en-US" altLang="zh-CN" dirty="0"/>
          </a:p>
        </p:txBody>
      </p:sp>
      <p:sp>
        <p:nvSpPr>
          <p:cNvPr id="64652" name="Rectangle 174"/>
          <p:cNvSpPr>
            <a:spLocks noChangeArrowheads="1"/>
          </p:cNvSpPr>
          <p:nvPr/>
        </p:nvSpPr>
        <p:spPr bwMode="auto">
          <a:xfrm>
            <a:off x="1771177" y="8418"/>
            <a:ext cx="8750793" cy="605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algn="ctr"/>
            <a:r>
              <a:rPr lang="en-US" altLang="zh-CN" sz="3600" b="1" dirty="0" err="1">
                <a:ea typeface="SimHei" panose="02010609060101010101" pitchFamily="49" charset="-122"/>
              </a:rPr>
              <a:t>Beq</a:t>
            </a:r>
            <a:r>
              <a:rPr lang="zh-CN" altLang="en-US" sz="3600" b="1" dirty="0">
                <a:ea typeface="SimHei" panose="02010609060101010101" pitchFamily="49" charset="-122"/>
              </a:rPr>
              <a:t>指令的</a:t>
            </a:r>
            <a:r>
              <a:rPr lang="en-US" altLang="zh-CN" sz="3600" b="1" dirty="0">
                <a:ea typeface="SimHei" panose="02010609060101010101" pitchFamily="49" charset="-122"/>
              </a:rPr>
              <a:t>Single</a:t>
            </a:r>
            <a:r>
              <a:rPr lang="en-US" altLang="en-US" sz="3600" b="1" dirty="0">
                <a:ea typeface="SimHei" panose="02010609060101010101" pitchFamily="49" charset="-122"/>
              </a:rPr>
              <a:t> Cycle Datapath</a:t>
            </a:r>
            <a:r>
              <a:rPr lang="zh-CN" altLang="en-US" sz="3600" b="1" dirty="0">
                <a:ea typeface="SimHei" panose="02010609060101010101" pitchFamily="49" charset="-122"/>
              </a:rPr>
              <a:t>（示例）</a:t>
            </a:r>
            <a:endParaRPr lang="en-US" altLang="en-US" sz="3600" b="1" dirty="0">
              <a:ea typeface="SimHei" panose="02010609060101010101" pitchFamily="49" charset="-122"/>
            </a:endParaRPr>
          </a:p>
        </p:txBody>
      </p:sp>
      <p:sp>
        <p:nvSpPr>
          <p:cNvPr id="180" name="Line 15">
            <a:extLst>
              <a:ext uri="{FF2B5EF4-FFF2-40B4-BE49-F238E27FC236}">
                <a16:creationId xmlns:a16="http://schemas.microsoft.com/office/drawing/2014/main" id="{7E01E91F-A92F-4226-9BBF-766911576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74785" y="4063678"/>
            <a:ext cx="11501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1" name="Line 16">
            <a:extLst>
              <a:ext uri="{FF2B5EF4-FFF2-40B4-BE49-F238E27FC236}">
                <a16:creationId xmlns:a16="http://schemas.microsoft.com/office/drawing/2014/main" id="{160D6C67-A151-4EC4-AF42-F9C9824F0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13313" y="3987115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2" name="Rectangle 17">
            <a:extLst>
              <a:ext uri="{FF2B5EF4-FFF2-40B4-BE49-F238E27FC236}">
                <a16:creationId xmlns:a16="http://schemas.microsoft.com/office/drawing/2014/main" id="{00BBEA0B-37CF-4CAB-87C7-96FC084D2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943" y="4063679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78CE4D08-2F78-4CB8-89D8-CB641441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4751" y="3897637"/>
            <a:ext cx="7085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Result</a:t>
            </a:r>
          </a:p>
        </p:txBody>
      </p:sp>
      <p:sp>
        <p:nvSpPr>
          <p:cNvPr id="184" name="Line 19">
            <a:extLst>
              <a:ext uri="{FF2B5EF4-FFF2-40B4-BE49-F238E27FC236}">
                <a16:creationId xmlns:a16="http://schemas.microsoft.com/office/drawing/2014/main" id="{692937BB-A955-4CCC-9734-7A39FD18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6430" y="3188969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C8DF5472-9F93-443E-B1D1-5DCF03DE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879" y="2799208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</a:t>
            </a:r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Conf</a:t>
            </a:r>
            <a:r>
              <a:rPr lang="en-US" altLang="zh-CN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=Sub</a:t>
            </a:r>
            <a:endParaRPr lang="en-US" altLang="en-US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6" name="Rectangle 21">
            <a:extLst>
              <a:ext uri="{FF2B5EF4-FFF2-40B4-BE49-F238E27FC236}">
                <a16:creationId xmlns:a16="http://schemas.microsoft.com/office/drawing/2014/main" id="{A5F78FEC-56A6-49C8-BB71-7957EB24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8572" y="4478546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CDDB3F86-959C-43DE-962B-6310F548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040" y="3637012"/>
            <a:ext cx="66204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188" name="Rectangle 23">
            <a:extLst>
              <a:ext uri="{FF2B5EF4-FFF2-40B4-BE49-F238E27FC236}">
                <a16:creationId xmlns:a16="http://schemas.microsoft.com/office/drawing/2014/main" id="{6629C7E9-3079-4289-AC7E-559396ED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481" y="3466778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9" name="Line 24">
            <a:extLst>
              <a:ext uri="{FF2B5EF4-FFF2-40B4-BE49-F238E27FC236}">
                <a16:creationId xmlns:a16="http://schemas.microsoft.com/office/drawing/2014/main" id="{FCA7854A-66BE-45BB-B293-FABD3C363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3690" y="4432833"/>
            <a:ext cx="238917" cy="1119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1" name="Line 25">
            <a:extLst>
              <a:ext uri="{FF2B5EF4-FFF2-40B4-BE49-F238E27FC236}">
                <a16:creationId xmlns:a16="http://schemas.microsoft.com/office/drawing/2014/main" id="{F2F5B671-8BAB-4BE2-AE2E-57C7130A8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0830" y="4544790"/>
            <a:ext cx="230188" cy="1007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2" name="Rectangle 27">
            <a:extLst>
              <a:ext uri="{FF2B5EF4-FFF2-40B4-BE49-F238E27FC236}">
                <a16:creationId xmlns:a16="http://schemas.microsoft.com/office/drawing/2014/main" id="{EA01196A-DB29-4C8A-AF20-07679D11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538" y="2936933"/>
            <a:ext cx="98565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RegWr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193" name="Line 28">
            <a:extLst>
              <a:ext uri="{FF2B5EF4-FFF2-40B4-BE49-F238E27FC236}">
                <a16:creationId xmlns:a16="http://schemas.microsoft.com/office/drawing/2014/main" id="{8F63A526-FC31-4682-B215-75F3D3D31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4262" y="3987478"/>
            <a:ext cx="549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4" name="Line 29">
            <a:extLst>
              <a:ext uri="{FF2B5EF4-FFF2-40B4-BE49-F238E27FC236}">
                <a16:creationId xmlns:a16="http://schemas.microsoft.com/office/drawing/2014/main" id="{A70510BB-6406-43F2-A799-BD7411F25A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87461" y="3904689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5" name="Rectangle 30">
            <a:extLst>
              <a:ext uri="{FF2B5EF4-FFF2-40B4-BE49-F238E27FC236}">
                <a16:creationId xmlns:a16="http://schemas.microsoft.com/office/drawing/2014/main" id="{9A325235-53F5-4B60-AA70-6D725F016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625" y="3944277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6" name="Line 31">
            <a:extLst>
              <a:ext uri="{FF2B5EF4-FFF2-40B4-BE49-F238E27FC236}">
                <a16:creationId xmlns:a16="http://schemas.microsoft.com/office/drawing/2014/main" id="{0679A2BC-38AA-48FA-BC06-952D3216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6406" y="3612888"/>
            <a:ext cx="123110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7" name="Line 32">
            <a:extLst>
              <a:ext uri="{FF2B5EF4-FFF2-40B4-BE49-F238E27FC236}">
                <a16:creationId xmlns:a16="http://schemas.microsoft.com/office/drawing/2014/main" id="{9956AE1C-8415-4D27-98BB-4DA488A0E8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1405" y="353662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98" name="Rectangle 33">
            <a:extLst>
              <a:ext uri="{FF2B5EF4-FFF2-40B4-BE49-F238E27FC236}">
                <a16:creationId xmlns:a16="http://schemas.microsoft.com/office/drawing/2014/main" id="{62F56683-F1E6-408C-B95F-F009973C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668" y="3682679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199" name="Rectangle 34">
            <a:extLst>
              <a:ext uri="{FF2B5EF4-FFF2-40B4-BE49-F238E27FC236}">
                <a16:creationId xmlns:a16="http://schemas.microsoft.com/office/drawing/2014/main" id="{5BABE1C1-D5EC-485E-9DFA-81184664F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868" y="3301679"/>
            <a:ext cx="6155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busA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0" name="Line 35">
            <a:extLst>
              <a:ext uri="{FF2B5EF4-FFF2-40B4-BE49-F238E27FC236}">
                <a16:creationId xmlns:a16="http://schemas.microsoft.com/office/drawing/2014/main" id="{BDC267E4-D69E-4A04-8876-DD104DDAB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3705" y="321277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1" name="Line 36">
            <a:extLst>
              <a:ext uri="{FF2B5EF4-FFF2-40B4-BE49-F238E27FC236}">
                <a16:creationId xmlns:a16="http://schemas.microsoft.com/office/drawing/2014/main" id="{2B475A20-7116-41EC-B084-D21AD53B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6405" y="4508238"/>
            <a:ext cx="59710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2" name="Line 37">
            <a:extLst>
              <a:ext uri="{FF2B5EF4-FFF2-40B4-BE49-F238E27FC236}">
                <a16:creationId xmlns:a16="http://schemas.microsoft.com/office/drawing/2014/main" id="{A5547771-C994-4C14-A22D-5C7C9FAAD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74205" y="445102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3" name="Rectangle 38">
            <a:extLst>
              <a:ext uri="{FF2B5EF4-FFF2-40B4-BE49-F238E27FC236}">
                <a16:creationId xmlns:a16="http://schemas.microsoft.com/office/drawing/2014/main" id="{45D1588C-D40D-4171-B1E0-C0801A13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868" y="448229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04" name="Rectangle 39">
            <a:extLst>
              <a:ext uri="{FF2B5EF4-FFF2-40B4-BE49-F238E27FC236}">
                <a16:creationId xmlns:a16="http://schemas.microsoft.com/office/drawing/2014/main" id="{2E1A1CFD-F7C7-44D5-99E2-E1893A5BE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860" y="4169291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busB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05" name="Line 40">
            <a:extLst>
              <a:ext uri="{FF2B5EF4-FFF2-40B4-BE49-F238E27FC236}">
                <a16:creationId xmlns:a16="http://schemas.microsoft.com/office/drawing/2014/main" id="{FC9C8638-536D-49F9-A00E-9372EB8E8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5257" y="4544785"/>
            <a:ext cx="1484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6" name="Line 41">
            <a:extLst>
              <a:ext uri="{FF2B5EF4-FFF2-40B4-BE49-F238E27FC236}">
                <a16:creationId xmlns:a16="http://schemas.microsoft.com/office/drawing/2014/main" id="{FCC53457-2F84-4848-BF93-9A0210683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8505" y="2780979"/>
            <a:ext cx="0" cy="6937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7" name="Line 42">
            <a:extLst>
              <a:ext uri="{FF2B5EF4-FFF2-40B4-BE49-F238E27FC236}">
                <a16:creationId xmlns:a16="http://schemas.microsoft.com/office/drawing/2014/main" id="{DD57A55A-8F16-4B9D-8FD5-69C503935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86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8" name="Rectangle 43">
            <a:extLst>
              <a:ext uri="{FF2B5EF4-FFF2-40B4-BE49-F238E27FC236}">
                <a16:creationId xmlns:a16="http://schemas.microsoft.com/office/drawing/2014/main" id="{DDC44EE2-B9FE-450B-B024-D27EAA115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618" y="2996879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09" name="Line 44">
            <a:extLst>
              <a:ext uri="{FF2B5EF4-FFF2-40B4-BE49-F238E27FC236}">
                <a16:creationId xmlns:a16="http://schemas.microsoft.com/office/drawing/2014/main" id="{147B56EF-654F-4734-8987-839D8A554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9505" y="304291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0" name="Line 45">
            <a:extLst>
              <a:ext uri="{FF2B5EF4-FFF2-40B4-BE49-F238E27FC236}">
                <a16:creationId xmlns:a16="http://schemas.microsoft.com/office/drawing/2014/main" id="{E6D1F994-2077-4A16-A7DE-F95521738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96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1" name="Rectangle 46">
            <a:extLst>
              <a:ext uri="{FF2B5EF4-FFF2-40B4-BE49-F238E27FC236}">
                <a16:creationId xmlns:a16="http://schemas.microsoft.com/office/drawing/2014/main" id="{8B762345-B9CE-4880-92B7-CBEEE273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618" y="2996879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2" name="Line 47">
            <a:extLst>
              <a:ext uri="{FF2B5EF4-FFF2-40B4-BE49-F238E27FC236}">
                <a16:creationId xmlns:a16="http://schemas.microsoft.com/office/drawing/2014/main" id="{84CBEA0E-A751-49D2-819E-CC4280AF7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6705" y="3042919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3" name="Line 48">
            <a:extLst>
              <a:ext uri="{FF2B5EF4-FFF2-40B4-BE49-F238E27FC236}">
                <a16:creationId xmlns:a16="http://schemas.microsoft.com/office/drawing/2014/main" id="{17A9728D-83A2-4967-B44A-EC1B410EC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6855" y="314292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14" name="Rectangle 49">
            <a:extLst>
              <a:ext uri="{FF2B5EF4-FFF2-40B4-BE49-F238E27FC236}">
                <a16:creationId xmlns:a16="http://schemas.microsoft.com/office/drawing/2014/main" id="{5D43C344-7E7C-4938-B284-793AC97C5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818" y="2996879"/>
            <a:ext cx="2853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5</a:t>
            </a:r>
          </a:p>
        </p:txBody>
      </p:sp>
      <p:sp>
        <p:nvSpPr>
          <p:cNvPr id="215" name="Rectangle 50">
            <a:extLst>
              <a:ext uri="{FF2B5EF4-FFF2-40B4-BE49-F238E27FC236}">
                <a16:creationId xmlns:a16="http://schemas.microsoft.com/office/drawing/2014/main" id="{F3090BA1-F39C-4EFE-B8FA-DBADABCC2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619" y="3454079"/>
            <a:ext cx="46647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Rw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16" name="Rectangle 51">
            <a:extLst>
              <a:ext uri="{FF2B5EF4-FFF2-40B4-BE49-F238E27FC236}">
                <a16:creationId xmlns:a16="http://schemas.microsoft.com/office/drawing/2014/main" id="{1CCAF250-D53D-4D3C-BC90-5CAAABD01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2818" y="3454079"/>
            <a:ext cx="4103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Ra</a:t>
            </a:r>
          </a:p>
        </p:txBody>
      </p:sp>
      <p:sp>
        <p:nvSpPr>
          <p:cNvPr id="217" name="Rectangle 52">
            <a:extLst>
              <a:ext uri="{FF2B5EF4-FFF2-40B4-BE49-F238E27FC236}">
                <a16:creationId xmlns:a16="http://schemas.microsoft.com/office/drawing/2014/main" id="{39B74CFB-E9FE-49A0-B1D8-85490B34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819" y="3454079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Rb</a:t>
            </a:r>
          </a:p>
        </p:txBody>
      </p:sp>
      <p:sp>
        <p:nvSpPr>
          <p:cNvPr id="218" name="Rectangle 53">
            <a:extLst>
              <a:ext uri="{FF2B5EF4-FFF2-40B4-BE49-F238E27FC236}">
                <a16:creationId xmlns:a16="http://schemas.microsoft.com/office/drawing/2014/main" id="{30C73058-6D7C-4A90-9117-725CFE2C9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618" y="3758878"/>
            <a:ext cx="9842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 32-bit</a:t>
            </a:r>
          </a:p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Registers</a:t>
            </a:r>
          </a:p>
        </p:txBody>
      </p:sp>
      <p:sp>
        <p:nvSpPr>
          <p:cNvPr id="219" name="Line 54">
            <a:extLst>
              <a:ext uri="{FF2B5EF4-FFF2-40B4-BE49-F238E27FC236}">
                <a16:creationId xmlns:a16="http://schemas.microsoft.com/office/drawing/2014/main" id="{B859113F-E166-4583-A15D-4C83FB9C5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4261" y="6711824"/>
            <a:ext cx="529147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0" name="Line 55">
            <a:extLst>
              <a:ext uri="{FF2B5EF4-FFF2-40B4-BE49-F238E27FC236}">
                <a16:creationId xmlns:a16="http://schemas.microsoft.com/office/drawing/2014/main" id="{C915EE15-7906-4F5C-A99C-474B66CE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4262" y="3979124"/>
            <a:ext cx="0" cy="27450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1" name="Rectangle 56">
            <a:extLst>
              <a:ext uri="{FF2B5EF4-FFF2-40B4-BE49-F238E27FC236}">
                <a16:creationId xmlns:a16="http://schemas.microsoft.com/office/drawing/2014/main" id="{0BB9E494-95CA-4BD5-8C9D-B1CCFA4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519" y="2742879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sp>
        <p:nvSpPr>
          <p:cNvPr id="222" name="Line 88">
            <a:extLst>
              <a:ext uri="{FF2B5EF4-FFF2-40B4-BE49-F238E27FC236}">
                <a16:creationId xmlns:a16="http://schemas.microsoft.com/office/drawing/2014/main" id="{C64CF558-BCB2-4013-ADC0-BD5CA5022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918" y="4520878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23" name="Line 89">
            <a:extLst>
              <a:ext uri="{FF2B5EF4-FFF2-40B4-BE49-F238E27FC236}">
                <a16:creationId xmlns:a16="http://schemas.microsoft.com/office/drawing/2014/main" id="{70D65062-E8F4-4D1C-933E-908CD2D92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15737" y="5673259"/>
            <a:ext cx="0" cy="10466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5D4E8DB1-AB78-4B43-8C01-AB2C29A07125}"/>
              </a:ext>
            </a:extLst>
          </p:cNvPr>
          <p:cNvGrpSpPr/>
          <p:nvPr/>
        </p:nvGrpSpPr>
        <p:grpSpPr>
          <a:xfrm>
            <a:off x="8208463" y="3466778"/>
            <a:ext cx="504031" cy="1193800"/>
            <a:chOff x="5799138" y="4889500"/>
            <a:chExt cx="504031" cy="1193800"/>
          </a:xfrm>
        </p:grpSpPr>
        <p:grpSp>
          <p:nvGrpSpPr>
            <p:cNvPr id="225" name="Group 4">
              <a:extLst>
                <a:ext uri="{FF2B5EF4-FFF2-40B4-BE49-F238E27FC236}">
                  <a16:creationId xmlns:a16="http://schemas.microsoft.com/office/drawing/2014/main" id="{03F38C72-6692-4FB0-A4A3-D907A71EB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227" name="Line 5">
                <a:extLst>
                  <a:ext uri="{FF2B5EF4-FFF2-40B4-BE49-F238E27FC236}">
                    <a16:creationId xmlns:a16="http://schemas.microsoft.com/office/drawing/2014/main" id="{386B0D05-823A-4921-8C1A-36AB37C1D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8" name="Line 6">
                <a:extLst>
                  <a:ext uri="{FF2B5EF4-FFF2-40B4-BE49-F238E27FC236}">
                    <a16:creationId xmlns:a16="http://schemas.microsoft.com/office/drawing/2014/main" id="{0CAE2566-5FC1-4CA2-953A-D1D9F3E5E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29" name="Line 7">
                <a:extLst>
                  <a:ext uri="{FF2B5EF4-FFF2-40B4-BE49-F238E27FC236}">
                    <a16:creationId xmlns:a16="http://schemas.microsoft.com/office/drawing/2014/main" id="{5A0A17FE-2024-402D-9521-7FECFCECF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0" name="Line 8">
                <a:extLst>
                  <a:ext uri="{FF2B5EF4-FFF2-40B4-BE49-F238E27FC236}">
                    <a16:creationId xmlns:a16="http://schemas.microsoft.com/office/drawing/2014/main" id="{A1C21F05-2D7A-40BE-BF0B-7310AEFDD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1" name="Line 9">
                <a:extLst>
                  <a:ext uri="{FF2B5EF4-FFF2-40B4-BE49-F238E27FC236}">
                    <a16:creationId xmlns:a16="http://schemas.microsoft.com/office/drawing/2014/main" id="{B264219B-76DF-4E71-B454-3E91303BD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2" name="Line 10">
                <a:extLst>
                  <a:ext uri="{FF2B5EF4-FFF2-40B4-BE49-F238E27FC236}">
                    <a16:creationId xmlns:a16="http://schemas.microsoft.com/office/drawing/2014/main" id="{E0EB584C-925C-4AE5-9AC7-D4BD16525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3" name="Line 11">
                <a:extLst>
                  <a:ext uri="{FF2B5EF4-FFF2-40B4-BE49-F238E27FC236}">
                    <a16:creationId xmlns:a16="http://schemas.microsoft.com/office/drawing/2014/main" id="{7BE114BE-CAEA-4537-9AF4-D5AAF6E1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34" name="Line 12">
                <a:extLst>
                  <a:ext uri="{FF2B5EF4-FFF2-40B4-BE49-F238E27FC236}">
                    <a16:creationId xmlns:a16="http://schemas.microsoft.com/office/drawing/2014/main" id="{B320200C-6707-46AA-BBF2-FB793A27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26" name="Rectangle 58">
              <a:extLst>
                <a:ext uri="{FF2B5EF4-FFF2-40B4-BE49-F238E27FC236}">
                  <a16:creationId xmlns:a16="http://schemas.microsoft.com/office/drawing/2014/main" id="{C5615619-9497-4E42-A92C-E255703054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832475" y="5307013"/>
              <a:ext cx="608013" cy="333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ALU</a:t>
              </a:r>
            </a:p>
          </p:txBody>
        </p:sp>
      </p:grpSp>
      <p:sp>
        <p:nvSpPr>
          <p:cNvPr id="235" name="Rectangle 62">
            <a:extLst>
              <a:ext uri="{FF2B5EF4-FFF2-40B4-BE49-F238E27FC236}">
                <a16:creationId xmlns:a16="http://schemas.microsoft.com/office/drawing/2014/main" id="{0CC18BF5-6DB7-47E2-BDB0-88460965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1748" y="4850551"/>
            <a:ext cx="3556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6" name="Rectangle 63">
            <a:extLst>
              <a:ext uri="{FF2B5EF4-FFF2-40B4-BE49-F238E27FC236}">
                <a16:creationId xmlns:a16="http://schemas.microsoft.com/office/drawing/2014/main" id="{F7719DE8-C3AA-428F-9A24-39EEA6936C5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350108" y="5083401"/>
            <a:ext cx="85760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ImmExt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37" name="Rectangle 64">
            <a:extLst>
              <a:ext uri="{FF2B5EF4-FFF2-40B4-BE49-F238E27FC236}">
                <a16:creationId xmlns:a16="http://schemas.microsoft.com/office/drawing/2014/main" id="{3F3B90F8-73D3-4F01-A254-DC7179329A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60750" y="4673546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38" name="Line 79">
            <a:extLst>
              <a:ext uri="{FF2B5EF4-FFF2-40B4-BE49-F238E27FC236}">
                <a16:creationId xmlns:a16="http://schemas.microsoft.com/office/drawing/2014/main" id="{F2B9B586-6D15-4473-A2E5-4BE745C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7348" y="5218851"/>
            <a:ext cx="64612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39" name="Line 82">
            <a:extLst>
              <a:ext uri="{FF2B5EF4-FFF2-40B4-BE49-F238E27FC236}">
                <a16:creationId xmlns:a16="http://schemas.microsoft.com/office/drawing/2014/main" id="{11863349-BBD4-4F07-A130-9161E6BEA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4219" y="5217264"/>
            <a:ext cx="61753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0" name="Line 83">
            <a:extLst>
              <a:ext uri="{FF2B5EF4-FFF2-40B4-BE49-F238E27FC236}">
                <a16:creationId xmlns:a16="http://schemas.microsoft.com/office/drawing/2014/main" id="{121B6CB0-4670-48B9-A7E5-80C9A42BC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6596" y="514731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1" name="Rectangle 84">
            <a:extLst>
              <a:ext uri="{FF2B5EF4-FFF2-40B4-BE49-F238E27FC236}">
                <a16:creationId xmlns:a16="http://schemas.microsoft.com/office/drawing/2014/main" id="{F45FA5D8-7A28-45D7-8B8E-89F97460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418" y="5295052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242" name="Rectangle 85">
            <a:extLst>
              <a:ext uri="{FF2B5EF4-FFF2-40B4-BE49-F238E27FC236}">
                <a16:creationId xmlns:a16="http://schemas.microsoft.com/office/drawing/2014/main" id="{F542318B-98D8-4645-A8E7-14C592798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2218" y="5142652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243" name="Line 86">
            <a:extLst>
              <a:ext uri="{FF2B5EF4-FFF2-40B4-BE49-F238E27FC236}">
                <a16:creationId xmlns:a16="http://schemas.microsoft.com/office/drawing/2014/main" id="{6150A97D-BDED-4FD0-B228-81CEB8048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59557" y="3178260"/>
            <a:ext cx="0" cy="1137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44" name="Rectangle 87">
            <a:extLst>
              <a:ext uri="{FF2B5EF4-FFF2-40B4-BE49-F238E27FC236}">
                <a16:creationId xmlns:a16="http://schemas.microsoft.com/office/drawing/2014/main" id="{D452FF23-F041-4CEF-A681-6D5B968E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838" y="2855027"/>
            <a:ext cx="10948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ALUSrc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grpSp>
        <p:nvGrpSpPr>
          <p:cNvPr id="245" name="Group 57">
            <a:extLst>
              <a:ext uri="{FF2B5EF4-FFF2-40B4-BE49-F238E27FC236}">
                <a16:creationId xmlns:a16="http://schemas.microsoft.com/office/drawing/2014/main" id="{A559D49E-7E60-4E6B-9D0B-37F44E035B55}"/>
              </a:ext>
            </a:extLst>
          </p:cNvPr>
          <p:cNvGrpSpPr>
            <a:grpSpLocks/>
          </p:cNvGrpSpPr>
          <p:nvPr/>
        </p:nvGrpSpPr>
        <p:grpSpPr bwMode="auto">
          <a:xfrm>
            <a:off x="7610767" y="4234066"/>
            <a:ext cx="311150" cy="1117600"/>
            <a:chOff x="3116" y="3032"/>
            <a:chExt cx="196" cy="704"/>
          </a:xfrm>
        </p:grpSpPr>
        <p:sp>
          <p:nvSpPr>
            <p:cNvPr id="246" name="Line 58">
              <a:extLst>
                <a:ext uri="{FF2B5EF4-FFF2-40B4-BE49-F238E27FC236}">
                  <a16:creationId xmlns:a16="http://schemas.microsoft.com/office/drawing/2014/main" id="{C1AF0958-60CD-4824-A6FE-B05FF4ABA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7" name="Line 59">
              <a:extLst>
                <a:ext uri="{FF2B5EF4-FFF2-40B4-BE49-F238E27FC236}">
                  <a16:creationId xmlns:a16="http://schemas.microsoft.com/office/drawing/2014/main" id="{2209D407-ABC2-4FC2-8FCA-9F38A4A2E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8" name="Line 60">
              <a:extLst>
                <a:ext uri="{FF2B5EF4-FFF2-40B4-BE49-F238E27FC236}">
                  <a16:creationId xmlns:a16="http://schemas.microsoft.com/office/drawing/2014/main" id="{994407EA-A5D8-4A9E-8815-0691724A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49" name="Line 61">
              <a:extLst>
                <a:ext uri="{FF2B5EF4-FFF2-40B4-BE49-F238E27FC236}">
                  <a16:creationId xmlns:a16="http://schemas.microsoft.com/office/drawing/2014/main" id="{F7014782-409E-4E2A-BB86-2571CDE1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50" name="Line 89">
            <a:extLst>
              <a:ext uri="{FF2B5EF4-FFF2-40B4-BE49-F238E27FC236}">
                <a16:creationId xmlns:a16="http://schemas.microsoft.com/office/drawing/2014/main" id="{D16F44F5-0404-425B-9E40-51C9B25EF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3836" y="405732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86E5B8DE-7479-4324-B3BF-6DF10A5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165" y="5399923"/>
            <a:ext cx="11271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2" name="Line 115">
            <a:extLst>
              <a:ext uri="{FF2B5EF4-FFF2-40B4-BE49-F238E27FC236}">
                <a16:creationId xmlns:a16="http://schemas.microsoft.com/office/drawing/2014/main" id="{5F6F3B63-5CB9-4E0A-83CE-A810D3AF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2919" y="6421012"/>
            <a:ext cx="622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3" name="Rectangle 116">
            <a:extLst>
              <a:ext uri="{FF2B5EF4-FFF2-40B4-BE49-F238E27FC236}">
                <a16:creationId xmlns:a16="http://schemas.microsoft.com/office/drawing/2014/main" id="{D2602D69-ECAB-4624-9FCF-E00C0DEA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7729" y="6115021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4" name="Rectangle 117">
            <a:extLst>
              <a:ext uri="{FF2B5EF4-FFF2-40B4-BE49-F238E27FC236}">
                <a16:creationId xmlns:a16="http://schemas.microsoft.com/office/drawing/2014/main" id="{E043CD2B-32B2-4DFD-8175-07BEA7C28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5346" y="5573710"/>
            <a:ext cx="79348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In</a:t>
            </a:r>
          </a:p>
        </p:txBody>
      </p:sp>
      <p:sp>
        <p:nvSpPr>
          <p:cNvPr id="255" name="Line 118">
            <a:extLst>
              <a:ext uri="{FF2B5EF4-FFF2-40B4-BE49-F238E27FC236}">
                <a16:creationId xmlns:a16="http://schemas.microsoft.com/office/drawing/2014/main" id="{0B7877E9-3E81-47E8-BB07-D60C93F39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7990" y="6327022"/>
            <a:ext cx="227806" cy="87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6" name="Line 119">
            <a:extLst>
              <a:ext uri="{FF2B5EF4-FFF2-40B4-BE49-F238E27FC236}">
                <a16:creationId xmlns:a16="http://schemas.microsoft.com/office/drawing/2014/main" id="{750BF302-3B9C-407D-855D-25A0871CD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0690" y="6421013"/>
            <a:ext cx="215107" cy="8730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7" name="Rectangle 121">
            <a:extLst>
              <a:ext uri="{FF2B5EF4-FFF2-40B4-BE49-F238E27FC236}">
                <a16:creationId xmlns:a16="http://schemas.microsoft.com/office/drawing/2014/main" id="{F3F14EDB-04A9-475C-9697-E84C86E60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2114" y="5384048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WrEn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58" name="Line 122">
            <a:extLst>
              <a:ext uri="{FF2B5EF4-FFF2-40B4-BE49-F238E27FC236}">
                <a16:creationId xmlns:a16="http://schemas.microsoft.com/office/drawing/2014/main" id="{F84CA493-8C4F-4E43-8700-64294A53F0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29112" y="5893634"/>
            <a:ext cx="9500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59" name="Line 123">
            <a:extLst>
              <a:ext uri="{FF2B5EF4-FFF2-40B4-BE49-F238E27FC236}">
                <a16:creationId xmlns:a16="http://schemas.microsoft.com/office/drawing/2014/main" id="{C8061B6C-0281-4192-A858-B1DA6B218D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4439" y="5828547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0" name="Rectangle 124">
            <a:extLst>
              <a:ext uri="{FF2B5EF4-FFF2-40B4-BE49-F238E27FC236}">
                <a16:creationId xmlns:a16="http://schemas.microsoft.com/office/drawing/2014/main" id="{7FAF4494-B4F6-403B-8613-CD12DD67F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533" y="5834871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1" name="Line 125">
            <a:extLst>
              <a:ext uri="{FF2B5EF4-FFF2-40B4-BE49-F238E27FC236}">
                <a16:creationId xmlns:a16="http://schemas.microsoft.com/office/drawing/2014/main" id="{67A525E8-C025-4143-9A35-447C4B563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62789" y="5158622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2" name="Rectangle 127">
            <a:extLst>
              <a:ext uri="{FF2B5EF4-FFF2-40B4-BE49-F238E27FC236}">
                <a16:creationId xmlns:a16="http://schemas.microsoft.com/office/drawing/2014/main" id="{B0E569B6-7A59-4EF4-9E54-CA97D1A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302" y="5385635"/>
            <a:ext cx="6043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Addr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263" name="Rectangle 128">
            <a:extLst>
              <a:ext uri="{FF2B5EF4-FFF2-40B4-BE49-F238E27FC236}">
                <a16:creationId xmlns:a16="http://schemas.microsoft.com/office/drawing/2014/main" id="{732531A9-4C7B-4416-959A-9F780673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3014" y="5716780"/>
            <a:ext cx="891271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</a:t>
            </a:r>
          </a:p>
          <a:p>
            <a:pPr algn="ct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64" name="Line 130">
            <a:extLst>
              <a:ext uri="{FF2B5EF4-FFF2-40B4-BE49-F238E27FC236}">
                <a16:creationId xmlns:a16="http://schemas.microsoft.com/office/drawing/2014/main" id="{00B974ED-9467-457E-AC25-31F5C0849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85139" y="5898751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5" name="Rectangle 131">
            <a:extLst>
              <a:ext uri="{FF2B5EF4-FFF2-40B4-BE49-F238E27FC236}">
                <a16:creationId xmlns:a16="http://schemas.microsoft.com/office/drawing/2014/main" id="{D18AABD9-B37E-4165-9698-274735AD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7390" y="5642016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266" name="Rectangle 133">
            <a:extLst>
              <a:ext uri="{FF2B5EF4-FFF2-40B4-BE49-F238E27FC236}">
                <a16:creationId xmlns:a16="http://schemas.microsoft.com/office/drawing/2014/main" id="{757FB99C-B2CA-4FD6-948F-DC8CEA75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2965" y="4887392"/>
            <a:ext cx="10898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MemWr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=0</a:t>
            </a:r>
          </a:p>
        </p:txBody>
      </p:sp>
      <p:sp>
        <p:nvSpPr>
          <p:cNvPr id="267" name="Line 122">
            <a:extLst>
              <a:ext uri="{FF2B5EF4-FFF2-40B4-BE49-F238E27FC236}">
                <a16:creationId xmlns:a16="http://schemas.microsoft.com/office/drawing/2014/main" id="{501210D7-F724-44AB-874B-2FF6C85A3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88289" y="5960309"/>
            <a:ext cx="33663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68" name="Rectangle 117">
            <a:extLst>
              <a:ext uri="{FF2B5EF4-FFF2-40B4-BE49-F238E27FC236}">
                <a16:creationId xmlns:a16="http://schemas.microsoft.com/office/drawing/2014/main" id="{35F9AF08-B609-4564-81E7-C8F2528CB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5861" y="5661244"/>
            <a:ext cx="61595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r"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Data 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Out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grpSp>
        <p:nvGrpSpPr>
          <p:cNvPr id="269" name="Group 57">
            <a:extLst>
              <a:ext uri="{FF2B5EF4-FFF2-40B4-BE49-F238E27FC236}">
                <a16:creationId xmlns:a16="http://schemas.microsoft.com/office/drawing/2014/main" id="{10C8ECF1-11C7-4735-A342-7CEC6A223E89}"/>
              </a:ext>
            </a:extLst>
          </p:cNvPr>
          <p:cNvGrpSpPr>
            <a:grpSpLocks/>
          </p:cNvGrpSpPr>
          <p:nvPr/>
        </p:nvGrpSpPr>
        <p:grpSpPr bwMode="auto">
          <a:xfrm>
            <a:off x="9818570" y="5104551"/>
            <a:ext cx="311150" cy="1117600"/>
            <a:chOff x="3116" y="3032"/>
            <a:chExt cx="196" cy="704"/>
          </a:xfrm>
        </p:grpSpPr>
        <p:sp>
          <p:nvSpPr>
            <p:cNvPr id="270" name="Line 58">
              <a:extLst>
                <a:ext uri="{FF2B5EF4-FFF2-40B4-BE49-F238E27FC236}">
                  <a16:creationId xmlns:a16="http://schemas.microsoft.com/office/drawing/2014/main" id="{D7828840-AA16-4E36-92DA-535C8C87A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032"/>
              <a:ext cx="0" cy="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1" name="Line 59">
              <a:extLst>
                <a:ext uri="{FF2B5EF4-FFF2-40B4-BE49-F238E27FC236}">
                  <a16:creationId xmlns:a16="http://schemas.microsoft.com/office/drawing/2014/main" id="{C84B0EFA-B7F2-4ADB-BFEF-B29EEDC00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3034"/>
              <a:ext cx="196" cy="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2" name="Line 60">
              <a:extLst>
                <a:ext uri="{FF2B5EF4-FFF2-40B4-BE49-F238E27FC236}">
                  <a16:creationId xmlns:a16="http://schemas.microsoft.com/office/drawing/2014/main" id="{9F89E6D1-99E3-46DD-8DC6-D3807063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6" y="3632"/>
              <a:ext cx="196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73" name="Line 61">
              <a:extLst>
                <a:ext uri="{FF2B5EF4-FFF2-40B4-BE49-F238E27FC236}">
                  <a16:creationId xmlns:a16="http://schemas.microsoft.com/office/drawing/2014/main" id="{62C012ED-9B1F-43B3-87F0-C6C614775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8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274" name="Line 89">
            <a:extLst>
              <a:ext uri="{FF2B5EF4-FFF2-40B4-BE49-F238E27FC236}">
                <a16:creationId xmlns:a16="http://schemas.microsoft.com/office/drawing/2014/main" id="{65B8A840-143B-4656-BB72-A0EB9DCE8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9721" y="5682401"/>
            <a:ext cx="18601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5" name="Line 89">
            <a:extLst>
              <a:ext uri="{FF2B5EF4-FFF2-40B4-BE49-F238E27FC236}">
                <a16:creationId xmlns:a16="http://schemas.microsoft.com/office/drawing/2014/main" id="{06E14830-E9A4-40EB-B79B-EAE90DD31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9683552" y="4057328"/>
            <a:ext cx="0" cy="13362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6" name="Line 89">
            <a:extLst>
              <a:ext uri="{FF2B5EF4-FFF2-40B4-BE49-F238E27FC236}">
                <a16:creationId xmlns:a16="http://schemas.microsoft.com/office/drawing/2014/main" id="{CBB6BF1F-4BE3-43E7-98CE-AAF80759A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9683552" y="5393572"/>
            <a:ext cx="1413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7" name="Rectangle 64">
            <a:extLst>
              <a:ext uri="{FF2B5EF4-FFF2-40B4-BE49-F238E27FC236}">
                <a16:creationId xmlns:a16="http://schemas.microsoft.com/office/drawing/2014/main" id="{D103867B-D226-408F-88D6-E3677206FE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9682480" y="5550489"/>
            <a:ext cx="6048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Mux</a:t>
            </a:r>
          </a:p>
        </p:txBody>
      </p:sp>
      <p:sp>
        <p:nvSpPr>
          <p:cNvPr id="278" name="Line 19">
            <a:extLst>
              <a:ext uri="{FF2B5EF4-FFF2-40B4-BE49-F238E27FC236}">
                <a16:creationId xmlns:a16="http://schemas.microsoft.com/office/drawing/2014/main" id="{BF3812B5-8FB1-4DF7-9519-415E0FBC0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82013" y="4742066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79" name="Line 112">
            <a:extLst>
              <a:ext uri="{FF2B5EF4-FFF2-40B4-BE49-F238E27FC236}">
                <a16:creationId xmlns:a16="http://schemas.microsoft.com/office/drawing/2014/main" id="{634AF9E3-5F4F-4D4F-B447-1A3508252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7832" y="5667502"/>
            <a:ext cx="0" cy="239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80" name="Rectangle 113">
            <a:extLst>
              <a:ext uri="{FF2B5EF4-FFF2-40B4-BE49-F238E27FC236}">
                <a16:creationId xmlns:a16="http://schemas.microsoft.com/office/drawing/2014/main" id="{52578AD3-507D-4204-A1B3-541C2084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5437" y="5770019"/>
            <a:ext cx="93615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ExtOp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=1</a:t>
            </a:r>
          </a:p>
          <a:p>
            <a:pPr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(Signed)</a:t>
            </a:r>
          </a:p>
        </p:txBody>
      </p:sp>
      <p:sp>
        <p:nvSpPr>
          <p:cNvPr id="281" name="Line 89">
            <a:extLst>
              <a:ext uri="{FF2B5EF4-FFF2-40B4-BE49-F238E27FC236}">
                <a16:creationId xmlns:a16="http://schemas.microsoft.com/office/drawing/2014/main" id="{FFCA6538-599B-4FD1-938E-DAED0CAEC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9112" y="4508238"/>
            <a:ext cx="0" cy="138380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282" name="Group 65">
            <a:extLst>
              <a:ext uri="{FF2B5EF4-FFF2-40B4-BE49-F238E27FC236}">
                <a16:creationId xmlns:a16="http://schemas.microsoft.com/office/drawing/2014/main" id="{B96ACC58-F4A1-4196-BAF3-B5F39F7BF184}"/>
              </a:ext>
            </a:extLst>
          </p:cNvPr>
          <p:cNvGrpSpPr>
            <a:grpSpLocks/>
          </p:cNvGrpSpPr>
          <p:nvPr/>
        </p:nvGrpSpPr>
        <p:grpSpPr bwMode="auto">
          <a:xfrm>
            <a:off x="5415257" y="2131979"/>
            <a:ext cx="2312988" cy="676275"/>
            <a:chOff x="1408" y="1728"/>
            <a:chExt cx="1457" cy="426"/>
          </a:xfrm>
        </p:grpSpPr>
        <p:sp>
          <p:nvSpPr>
            <p:cNvPr id="283" name="Rectangle 67">
              <a:extLst>
                <a:ext uri="{FF2B5EF4-FFF2-40B4-BE49-F238E27FC236}">
                  <a16:creationId xmlns:a16="http://schemas.microsoft.com/office/drawing/2014/main" id="{8CBF20C1-479B-466F-9801-4119D44FC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728"/>
              <a:ext cx="2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Rt</a:t>
              </a:r>
            </a:p>
          </p:txBody>
        </p:sp>
        <p:grpSp>
          <p:nvGrpSpPr>
            <p:cNvPr id="284" name="Group 68">
              <a:extLst>
                <a:ext uri="{FF2B5EF4-FFF2-40B4-BE49-F238E27FC236}">
                  <a16:creationId xmlns:a16="http://schemas.microsoft.com/office/drawing/2014/main" id="{53AEA4C4-6F58-492C-98B7-24F34D79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8" y="1944"/>
              <a:ext cx="736" cy="197"/>
              <a:chOff x="1408" y="1944"/>
              <a:chExt cx="736" cy="197"/>
            </a:xfrm>
          </p:grpSpPr>
          <p:sp>
            <p:nvSpPr>
              <p:cNvPr id="291" name="Line 69">
                <a:extLst>
                  <a:ext uri="{FF2B5EF4-FFF2-40B4-BE49-F238E27FC236}">
                    <a16:creationId xmlns:a16="http://schemas.microsoft.com/office/drawing/2014/main" id="{62FEEBAF-FC77-4F1B-84A3-3CD8B6839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8" y="1944"/>
                <a:ext cx="7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2" name="Line 70">
                <a:extLst>
                  <a:ext uri="{FF2B5EF4-FFF2-40B4-BE49-F238E27FC236}">
                    <a16:creationId xmlns:a16="http://schemas.microsoft.com/office/drawing/2014/main" id="{9E512DF8-7395-4249-92DB-757B060D0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44" y="1944"/>
                <a:ext cx="97" cy="1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3" name="Line 71">
                <a:extLst>
                  <a:ext uri="{FF2B5EF4-FFF2-40B4-BE49-F238E27FC236}">
                    <a16:creationId xmlns:a16="http://schemas.microsoft.com/office/drawing/2014/main" id="{10583F4E-D905-4393-A9DE-B20EA7EEC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8" y="1944"/>
                <a:ext cx="98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294" name="Line 72">
                <a:extLst>
                  <a:ext uri="{FF2B5EF4-FFF2-40B4-BE49-F238E27FC236}">
                    <a16:creationId xmlns:a16="http://schemas.microsoft.com/office/drawing/2014/main" id="{256BE727-8468-4795-9A2D-DC357FE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04" y="2136"/>
                <a:ext cx="54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285" name="Line 73">
              <a:extLst>
                <a:ext uri="{FF2B5EF4-FFF2-40B4-BE49-F238E27FC236}">
                  <a16:creationId xmlns:a16="http://schemas.microsoft.com/office/drawing/2014/main" id="{93AFAEAE-9532-4D03-BBA3-38B8E4FC5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1810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6" name="Line 74">
              <a:extLst>
                <a:ext uri="{FF2B5EF4-FFF2-40B4-BE49-F238E27FC236}">
                  <a16:creationId xmlns:a16="http://schemas.microsoft.com/office/drawing/2014/main" id="{02CDEA60-549D-4857-A74B-6B86037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181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7" name="Rectangle 75">
              <a:extLst>
                <a:ext uri="{FF2B5EF4-FFF2-40B4-BE49-F238E27FC236}">
                  <a16:creationId xmlns:a16="http://schemas.microsoft.com/office/drawing/2014/main" id="{F51158FA-2DC6-4AD9-99CE-61578ADB4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28"/>
              <a:ext cx="26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Rd</a:t>
              </a:r>
            </a:p>
          </p:txBody>
        </p:sp>
        <p:sp>
          <p:nvSpPr>
            <p:cNvPr id="288" name="Line 76">
              <a:extLst>
                <a:ext uri="{FF2B5EF4-FFF2-40B4-BE49-F238E27FC236}">
                  <a16:creationId xmlns:a16="http://schemas.microsoft.com/office/drawing/2014/main" id="{132999C2-876E-4DB8-A4E6-73ADF5279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047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289" name="Rectangle 77">
              <a:extLst>
                <a:ext uri="{FF2B5EF4-FFF2-40B4-BE49-F238E27FC236}">
                  <a16:creationId xmlns:a16="http://schemas.microsoft.com/office/drawing/2014/main" id="{8969F1F5-29A1-4CF0-B2D1-70C236F5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60"/>
              <a:ext cx="6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RegDst</a:t>
              </a:r>
              <a:r>
                <a:rPr lang="en-US" altLang="en-US" sz="1600" dirty="0">
                  <a:solidFill>
                    <a:srgbClr val="00B050"/>
                  </a:solidFill>
                  <a:latin typeface="Times" charset="0"/>
                  <a:ea typeface="SimHei" panose="02010609060101010101" pitchFamily="49" charset="-122"/>
                </a:rPr>
                <a:t>=X</a:t>
              </a:r>
            </a:p>
          </p:txBody>
        </p:sp>
        <p:sp>
          <p:nvSpPr>
            <p:cNvPr id="290" name="Rectangle 78">
              <a:extLst>
                <a:ext uri="{FF2B5EF4-FFF2-40B4-BE49-F238E27FC236}">
                  <a16:creationId xmlns:a16="http://schemas.microsoft.com/office/drawing/2014/main" id="{F44E221B-7BE8-4031-87EC-C873E9E05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9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</p:grpSp>
      <p:sp>
        <p:nvSpPr>
          <p:cNvPr id="295" name="Rectangle 20">
            <a:extLst>
              <a:ext uri="{FF2B5EF4-FFF2-40B4-BE49-F238E27FC236}">
                <a16:creationId xmlns:a16="http://schemas.microsoft.com/office/drawing/2014/main" id="{FFBE3248-2711-405F-B6CD-689B583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2375" y="4399366"/>
            <a:ext cx="111600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altLang="zh-CN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MemtoReg</a:t>
            </a:r>
            <a:endParaRPr lang="en-US" altLang="zh-CN" sz="1600" dirty="0">
              <a:solidFill>
                <a:srgbClr val="00B050"/>
              </a:solidFill>
              <a:latin typeface="Times" charset="0"/>
              <a:ea typeface="SimHei" panose="02010609060101010101" pitchFamily="49" charset="-122"/>
            </a:endParaRP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=X</a:t>
            </a:r>
          </a:p>
        </p:txBody>
      </p:sp>
      <p:sp>
        <p:nvSpPr>
          <p:cNvPr id="296" name="Line 116">
            <a:extLst>
              <a:ext uri="{FF2B5EF4-FFF2-40B4-BE49-F238E27FC236}">
                <a16:creationId xmlns:a16="http://schemas.microsoft.com/office/drawing/2014/main" id="{E40C84C5-120C-4495-9124-95E17165E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2219" y="1127531"/>
            <a:ext cx="3401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7" name="Rectangle 117">
            <a:extLst>
              <a:ext uri="{FF2B5EF4-FFF2-40B4-BE49-F238E27FC236}">
                <a16:creationId xmlns:a16="http://schemas.microsoft.com/office/drawing/2014/main" id="{3CA15D2C-5387-4CA9-B274-0212C21D7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291" y="966527"/>
            <a:ext cx="167193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Instruction&lt;31:0&gt;</a:t>
            </a:r>
          </a:p>
        </p:txBody>
      </p:sp>
      <p:sp>
        <p:nvSpPr>
          <p:cNvPr id="298" name="Line 124">
            <a:extLst>
              <a:ext uri="{FF2B5EF4-FFF2-40B4-BE49-F238E27FC236}">
                <a16:creationId xmlns:a16="http://schemas.microsoft.com/office/drawing/2014/main" id="{E15ED040-9CB5-4956-8924-733F83FEB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5746" y="1127532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9" name="Rectangle 125">
            <a:extLst>
              <a:ext uri="{FF2B5EF4-FFF2-40B4-BE49-F238E27FC236}">
                <a16:creationId xmlns:a16="http://schemas.microsoft.com/office/drawing/2014/main" id="{C33711B2-997C-4416-8E9A-9232946B91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255007" y="1296899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&lt;21:25&gt;</a:t>
            </a:r>
          </a:p>
        </p:txBody>
      </p:sp>
      <p:sp>
        <p:nvSpPr>
          <p:cNvPr id="300" name="Rectangle 126">
            <a:extLst>
              <a:ext uri="{FF2B5EF4-FFF2-40B4-BE49-F238E27FC236}">
                <a16:creationId xmlns:a16="http://schemas.microsoft.com/office/drawing/2014/main" id="{B5439C9A-A33A-4CB5-A058-6B6AD1D43E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27313" y="1296899"/>
            <a:ext cx="88165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&lt;16:20&gt;</a:t>
            </a:r>
          </a:p>
        </p:txBody>
      </p:sp>
      <p:sp>
        <p:nvSpPr>
          <p:cNvPr id="301" name="Rectangle 127">
            <a:extLst>
              <a:ext uri="{FF2B5EF4-FFF2-40B4-BE49-F238E27FC236}">
                <a16:creationId xmlns:a16="http://schemas.microsoft.com/office/drawing/2014/main" id="{B8474B7D-03D9-4345-AA49-DE0EF84550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03370" y="1296899"/>
            <a:ext cx="87415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&lt;11:15&gt;</a:t>
            </a:r>
          </a:p>
        </p:txBody>
      </p:sp>
      <p:sp>
        <p:nvSpPr>
          <p:cNvPr id="302" name="Rectangle 128">
            <a:extLst>
              <a:ext uri="{FF2B5EF4-FFF2-40B4-BE49-F238E27FC236}">
                <a16:creationId xmlns:a16="http://schemas.microsoft.com/office/drawing/2014/main" id="{C6B6C0AC-7718-4DEC-8843-E8509DE4825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78239" y="1296899"/>
            <a:ext cx="77906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&lt;0:15&gt;</a:t>
            </a:r>
          </a:p>
        </p:txBody>
      </p:sp>
      <p:sp>
        <p:nvSpPr>
          <p:cNvPr id="303" name="Line 129">
            <a:extLst>
              <a:ext uri="{FF2B5EF4-FFF2-40B4-BE49-F238E27FC236}">
                <a16:creationId xmlns:a16="http://schemas.microsoft.com/office/drawing/2014/main" id="{A69D6D50-955B-4A10-A3D5-796C4AFDA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8051" y="1127532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4" name="Line 130">
            <a:extLst>
              <a:ext uri="{FF2B5EF4-FFF2-40B4-BE49-F238E27FC236}">
                <a16:creationId xmlns:a16="http://schemas.microsoft.com/office/drawing/2014/main" id="{E6C9C8E9-D60B-43E1-B94D-8542B13E8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0357" y="1127532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5" name="Line 131">
            <a:extLst>
              <a:ext uri="{FF2B5EF4-FFF2-40B4-BE49-F238E27FC236}">
                <a16:creationId xmlns:a16="http://schemas.microsoft.com/office/drawing/2014/main" id="{3F6EBA3C-4453-4025-8F52-DE9C335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663" y="1127532"/>
            <a:ext cx="0" cy="7871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06" name="Rectangle 132">
            <a:extLst>
              <a:ext uri="{FF2B5EF4-FFF2-40B4-BE49-F238E27FC236}">
                <a16:creationId xmlns:a16="http://schemas.microsoft.com/office/drawing/2014/main" id="{73235C4B-9D12-4C04-9923-026076824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7596" y="1858481"/>
            <a:ext cx="7662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imm16</a:t>
            </a:r>
          </a:p>
        </p:txBody>
      </p:sp>
      <p:sp>
        <p:nvSpPr>
          <p:cNvPr id="307" name="Rectangle 133">
            <a:extLst>
              <a:ext uri="{FF2B5EF4-FFF2-40B4-BE49-F238E27FC236}">
                <a16:creationId xmlns:a16="http://schemas.microsoft.com/office/drawing/2014/main" id="{23CA88D6-6B9A-40A3-87B6-768D527E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291" y="1858481"/>
            <a:ext cx="42159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Rd</a:t>
            </a:r>
          </a:p>
        </p:txBody>
      </p:sp>
      <p:sp>
        <p:nvSpPr>
          <p:cNvPr id="308" name="Rectangle 134">
            <a:extLst>
              <a:ext uri="{FF2B5EF4-FFF2-40B4-BE49-F238E27FC236}">
                <a16:creationId xmlns:a16="http://schemas.microsoft.com/office/drawing/2014/main" id="{177405D1-BBF1-4A10-9E51-9A9EDAC8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457" y="1858481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sp>
        <p:nvSpPr>
          <p:cNvPr id="309" name="Rectangle 135">
            <a:extLst>
              <a:ext uri="{FF2B5EF4-FFF2-40B4-BE49-F238E27FC236}">
                <a16:creationId xmlns:a16="http://schemas.microsoft.com/office/drawing/2014/main" id="{045B1F1C-9EED-4001-B390-D849D8928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151" y="1858481"/>
            <a:ext cx="39914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Rs</a:t>
            </a:r>
          </a:p>
        </p:txBody>
      </p:sp>
      <p:grpSp>
        <p:nvGrpSpPr>
          <p:cNvPr id="310" name="Group 189">
            <a:extLst>
              <a:ext uri="{FF2B5EF4-FFF2-40B4-BE49-F238E27FC236}">
                <a16:creationId xmlns:a16="http://schemas.microsoft.com/office/drawing/2014/main" id="{DBB1B755-2DB0-47D6-9ED5-E2488E4B8A25}"/>
              </a:ext>
            </a:extLst>
          </p:cNvPr>
          <p:cNvGrpSpPr>
            <a:grpSpLocks/>
          </p:cNvGrpSpPr>
          <p:nvPr/>
        </p:nvGrpSpPr>
        <p:grpSpPr bwMode="auto">
          <a:xfrm>
            <a:off x="4257830" y="958850"/>
            <a:ext cx="975537" cy="951642"/>
            <a:chOff x="1258" y="456"/>
            <a:chExt cx="694" cy="677"/>
          </a:xfrm>
        </p:grpSpPr>
        <p:sp>
          <p:nvSpPr>
            <p:cNvPr id="311" name="Rectangle 190">
              <a:extLst>
                <a:ext uri="{FF2B5EF4-FFF2-40B4-BE49-F238E27FC236}">
                  <a16:creationId xmlns:a16="http://schemas.microsoft.com/office/drawing/2014/main" id="{6430BA35-B9F6-46CD-8B57-1BAAEC06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" y="456"/>
              <a:ext cx="694" cy="63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12" name="Rectangle 191">
              <a:extLst>
                <a:ext uri="{FF2B5EF4-FFF2-40B4-BE49-F238E27FC236}">
                  <a16:creationId xmlns:a16="http://schemas.microsoft.com/office/drawing/2014/main" id="{A171A024-FC66-404A-9E78-B3257B71F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" y="894"/>
              <a:ext cx="43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Addr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</p:txBody>
        </p:sp>
        <p:sp>
          <p:nvSpPr>
            <p:cNvPr id="313" name="Rectangle 192">
              <a:extLst>
                <a:ext uri="{FF2B5EF4-FFF2-40B4-BE49-F238E27FC236}">
                  <a16:creationId xmlns:a16="http://schemas.microsoft.com/office/drawing/2014/main" id="{6993E2AC-0D7D-48A1-9CB1-7867DD7D0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508"/>
              <a:ext cx="63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600" dirty="0" err="1">
                  <a:latin typeface="Times" charset="0"/>
                  <a:ea typeface="SimHei" panose="02010609060101010101" pitchFamily="49" charset="-122"/>
                </a:rPr>
                <a:t>Inst</a:t>
              </a:r>
              <a:endParaRPr lang="en-US" altLang="en-US" sz="1600" dirty="0">
                <a:latin typeface="Times" charset="0"/>
                <a:ea typeface="SimHei" panose="02010609060101010101" pitchFamily="49" charset="-122"/>
              </a:endParaRPr>
            </a:p>
            <a:p>
              <a:pPr algn="ctr"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Memory</a:t>
              </a:r>
            </a:p>
          </p:txBody>
        </p:sp>
      </p:grpSp>
      <p:sp>
        <p:nvSpPr>
          <p:cNvPr id="314" name="Rectangle 216">
            <a:extLst>
              <a:ext uri="{FF2B5EF4-FFF2-40B4-BE49-F238E27FC236}">
                <a16:creationId xmlns:a16="http://schemas.microsoft.com/office/drawing/2014/main" id="{5B24CC75-E410-4C7F-9A47-82C9E93723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66481" y="1617789"/>
            <a:ext cx="135914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</a:t>
            </a:r>
            <a:r>
              <a:rPr lang="en-US" altLang="zh-CN" sz="1600" dirty="0">
                <a:latin typeface="Times" charset="0"/>
                <a:ea typeface="SimHei" panose="02010609060101010101" pitchFamily="49" charset="-122"/>
              </a:rPr>
              <a:t>26:31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&gt;, etc.</a:t>
            </a:r>
          </a:p>
        </p:txBody>
      </p:sp>
      <p:sp>
        <p:nvSpPr>
          <p:cNvPr id="315" name="Oval 217">
            <a:extLst>
              <a:ext uri="{FF2B5EF4-FFF2-40B4-BE49-F238E27FC236}">
                <a16:creationId xmlns:a16="http://schemas.microsoft.com/office/drawing/2014/main" id="{6855C778-422C-453E-9986-7A0E5935E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110" y="1397420"/>
            <a:ext cx="1416918" cy="472306"/>
          </a:xfrm>
          <a:prstGeom prst="ellipse">
            <a:avLst/>
          </a:prstGeom>
          <a:noFill/>
          <a:ln w="2857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6" name="Line 219">
            <a:extLst>
              <a:ext uri="{FF2B5EF4-FFF2-40B4-BE49-F238E27FC236}">
                <a16:creationId xmlns:a16="http://schemas.microsoft.com/office/drawing/2014/main" id="{1984CE0A-7E27-465B-BBAA-55D7ECED5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6387" y="1127531"/>
            <a:ext cx="0" cy="4723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7" name="Line 220">
            <a:extLst>
              <a:ext uri="{FF2B5EF4-FFF2-40B4-BE49-F238E27FC236}">
                <a16:creationId xmlns:a16="http://schemas.microsoft.com/office/drawing/2014/main" id="{B99BF9A1-AA82-4B64-83F3-B6F6F7EE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6388" y="1599837"/>
            <a:ext cx="6747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18" name="Text Box 222">
            <a:extLst>
              <a:ext uri="{FF2B5EF4-FFF2-40B4-BE49-F238E27FC236}">
                <a16:creationId xmlns:a16="http://schemas.microsoft.com/office/drawing/2014/main" id="{386F3066-32E9-4B49-BE2B-90AF0A90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168" y="1456726"/>
            <a:ext cx="25183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solidFill>
                  <a:srgbClr val="00B050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Control Unit</a:t>
            </a:r>
            <a:endParaRPr lang="zh-CN" altLang="en-US" sz="1600" b="0" dirty="0">
              <a:solidFill>
                <a:srgbClr val="00B050"/>
              </a:solidFill>
              <a:latin typeface="Arial" panose="020B0604020202020204" pitchFamily="34" charset="0"/>
              <a:ea typeface="SimHei" panose="02010609060101010101" pitchFamily="49" charset="-122"/>
            </a:endParaRPr>
          </a:p>
        </p:txBody>
      </p:sp>
      <p:sp>
        <p:nvSpPr>
          <p:cNvPr id="319" name="Rectangle 27">
            <a:extLst>
              <a:ext uri="{FF2B5EF4-FFF2-40B4-BE49-F238E27FC236}">
                <a16:creationId xmlns:a16="http://schemas.microsoft.com/office/drawing/2014/main" id="{E7F068B9-5DB9-42A5-A88C-46D958CC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914" y="2751029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20" name="Line 29">
            <a:extLst>
              <a:ext uri="{FF2B5EF4-FFF2-40B4-BE49-F238E27FC236}">
                <a16:creationId xmlns:a16="http://schemas.microsoft.com/office/drawing/2014/main" id="{B2222CC9-9E7B-415D-9868-EDA03E965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6518" y="3731835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1" name="Rectangle 31">
            <a:extLst>
              <a:ext uri="{FF2B5EF4-FFF2-40B4-BE49-F238E27FC236}">
                <a16:creationId xmlns:a16="http://schemas.microsoft.com/office/drawing/2014/main" id="{FA37ACA0-F151-4CEF-B878-2607BEB2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4731" y="3343913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2" name="Line 33">
            <a:extLst>
              <a:ext uri="{FF2B5EF4-FFF2-40B4-BE49-F238E27FC236}">
                <a16:creationId xmlns:a16="http://schemas.microsoft.com/office/drawing/2014/main" id="{9A1C5883-4C4B-4512-8164-0970A9DA4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4215" y="4520878"/>
            <a:ext cx="0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23" name="Rectangle 34">
            <a:extLst>
              <a:ext uri="{FF2B5EF4-FFF2-40B4-BE49-F238E27FC236}">
                <a16:creationId xmlns:a16="http://schemas.microsoft.com/office/drawing/2014/main" id="{A1E4E640-D125-4637-BDA4-34D59667656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09137" y="3749007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24" name="Rectangle 35">
            <a:extLst>
              <a:ext uri="{FF2B5EF4-FFF2-40B4-BE49-F238E27FC236}">
                <a16:creationId xmlns:a16="http://schemas.microsoft.com/office/drawing/2014/main" id="{ED3C2133-9501-4524-A1E9-536BD31AA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646" y="5021734"/>
            <a:ext cx="47929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 err="1">
                <a:latin typeface="Times" charset="0"/>
                <a:ea typeface="SimHei" panose="02010609060101010101" pitchFamily="49" charset="-122"/>
              </a:rPr>
              <a:t>Clk</a:t>
            </a:r>
            <a:endParaRPr lang="en-US" altLang="en-US" sz="1600" dirty="0"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25" name="Line 49">
            <a:extLst>
              <a:ext uri="{FF2B5EF4-FFF2-40B4-BE49-F238E27FC236}">
                <a16:creationId xmlns:a16="http://schemas.microsoft.com/office/drawing/2014/main" id="{8F20F29C-696A-40CC-A873-481869805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0885" y="4108866"/>
            <a:ext cx="41241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26" name="Group 50">
            <a:extLst>
              <a:ext uri="{FF2B5EF4-FFF2-40B4-BE49-F238E27FC236}">
                <a16:creationId xmlns:a16="http://schemas.microsoft.com/office/drawing/2014/main" id="{64C97A40-34DA-4DF2-B4D5-32307D614859}"/>
              </a:ext>
            </a:extLst>
          </p:cNvPr>
          <p:cNvGrpSpPr>
            <a:grpSpLocks/>
          </p:cNvGrpSpPr>
          <p:nvPr/>
        </p:nvGrpSpPr>
        <p:grpSpPr bwMode="auto">
          <a:xfrm>
            <a:off x="3321665" y="3213517"/>
            <a:ext cx="347663" cy="1431926"/>
            <a:chOff x="1614" y="2226"/>
            <a:chExt cx="219" cy="902"/>
          </a:xfrm>
        </p:grpSpPr>
        <p:grpSp>
          <p:nvGrpSpPr>
            <p:cNvPr id="327" name="Group 51">
              <a:extLst>
                <a:ext uri="{FF2B5EF4-FFF2-40B4-BE49-F238E27FC236}">
                  <a16:creationId xmlns:a16="http://schemas.microsoft.com/office/drawing/2014/main" id="{8FD49E28-FEB6-40E6-BC93-FC88414EF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226"/>
              <a:ext cx="195" cy="902"/>
              <a:chOff x="1638" y="2226"/>
              <a:chExt cx="195" cy="902"/>
            </a:xfrm>
          </p:grpSpPr>
          <p:sp>
            <p:nvSpPr>
              <p:cNvPr id="331" name="Line 52">
                <a:extLst>
                  <a:ext uri="{FF2B5EF4-FFF2-40B4-BE49-F238E27FC236}">
                    <a16:creationId xmlns:a16="http://schemas.microsoft.com/office/drawing/2014/main" id="{12998CA7-2F53-4DD6-911D-346153C63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229"/>
                <a:ext cx="0" cy="8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2" name="Line 53">
                <a:extLst>
                  <a:ext uri="{FF2B5EF4-FFF2-40B4-BE49-F238E27FC236}">
                    <a16:creationId xmlns:a16="http://schemas.microsoft.com/office/drawing/2014/main" id="{345C4FF9-26D4-4D7D-AF06-490DFA728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8" y="2226"/>
                <a:ext cx="195" cy="1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3" name="Line 54">
                <a:extLst>
                  <a:ext uri="{FF2B5EF4-FFF2-40B4-BE49-F238E27FC236}">
                    <a16:creationId xmlns:a16="http://schemas.microsoft.com/office/drawing/2014/main" id="{E1EE64EF-315E-42F7-B6EC-57FA8C455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3005"/>
                <a:ext cx="191" cy="1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34" name="Line 55">
                <a:extLst>
                  <a:ext uri="{FF2B5EF4-FFF2-40B4-BE49-F238E27FC236}">
                    <a16:creationId xmlns:a16="http://schemas.microsoft.com/office/drawing/2014/main" id="{F14644E3-DACC-4DAE-A24C-83DB2FC7E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2" y="2351"/>
                <a:ext cx="0" cy="65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28" name="Rectangle 56">
              <a:extLst>
                <a:ext uri="{FF2B5EF4-FFF2-40B4-BE49-F238E27FC236}">
                  <a16:creationId xmlns:a16="http://schemas.microsoft.com/office/drawing/2014/main" id="{721F7976-4A66-4F6D-8150-F6A21FB396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34" y="257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Mux</a:t>
              </a:r>
            </a:p>
          </p:txBody>
        </p:sp>
        <p:sp>
          <p:nvSpPr>
            <p:cNvPr id="329" name="Rectangle 57">
              <a:extLst>
                <a:ext uri="{FF2B5EF4-FFF2-40B4-BE49-F238E27FC236}">
                  <a16:creationId xmlns:a16="http://schemas.microsoft.com/office/drawing/2014/main" id="{8915A39D-6F2C-408F-8BAB-477F07D51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316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330" name="Rectangle 58">
              <a:extLst>
                <a:ext uri="{FF2B5EF4-FFF2-40B4-BE49-F238E27FC236}">
                  <a16:creationId xmlns:a16="http://schemas.microsoft.com/office/drawing/2014/main" id="{7098F2B5-F9D4-42E0-99D0-FBA5EB30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" y="2831"/>
              <a:ext cx="1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sp>
        <p:nvSpPr>
          <p:cNvPr id="335" name="Line 59">
            <a:extLst>
              <a:ext uri="{FF2B5EF4-FFF2-40B4-BE49-F238E27FC236}">
                <a16:creationId xmlns:a16="http://schemas.microsoft.com/office/drawing/2014/main" id="{D3517061-F644-4F26-929C-25FD03BA2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5368" y="3380203"/>
            <a:ext cx="63026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6" name="Line 60">
            <a:extLst>
              <a:ext uri="{FF2B5EF4-FFF2-40B4-BE49-F238E27FC236}">
                <a16:creationId xmlns:a16="http://schemas.microsoft.com/office/drawing/2014/main" id="{90B48465-03FB-47EC-83E8-6C1DBDC16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3536" y="4535903"/>
            <a:ext cx="276227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7" name="Rectangle 75">
            <a:extLst>
              <a:ext uri="{FF2B5EF4-FFF2-40B4-BE49-F238E27FC236}">
                <a16:creationId xmlns:a16="http://schemas.microsoft.com/office/drawing/2014/main" id="{BFDFBA69-3E8F-48CE-B8E1-79ABCF3D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6023" y="4829496"/>
            <a:ext cx="1562929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altLang="en-US" sz="1600" dirty="0" err="1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PCSrc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=</a:t>
            </a:r>
          </a:p>
          <a:p>
            <a:pPr algn="ctr" eaLnBrk="0" hangingPunct="0"/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Branch </a:t>
            </a:r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and</a:t>
            </a:r>
            <a:r>
              <a:rPr lang="en-US" altLang="en-US" sz="1600" dirty="0">
                <a:solidFill>
                  <a:srgbClr val="00B050"/>
                </a:solidFill>
                <a:latin typeface="Times" charset="0"/>
                <a:ea typeface="SimHei" panose="02010609060101010101" pitchFamily="49" charset="-122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dirty="0">
              <a:solidFill>
                <a:srgbClr val="00B0F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38" name="Line 76">
            <a:extLst>
              <a:ext uri="{FF2B5EF4-FFF2-40B4-BE49-F238E27FC236}">
                <a16:creationId xmlns:a16="http://schemas.microsoft.com/office/drawing/2014/main" id="{ED15F2CD-5760-43B0-AC70-D814F72BD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6627" y="4540956"/>
            <a:ext cx="0" cy="363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39" name="Line 119">
            <a:extLst>
              <a:ext uri="{FF2B5EF4-FFF2-40B4-BE49-F238E27FC236}">
                <a16:creationId xmlns:a16="http://schemas.microsoft.com/office/drawing/2014/main" id="{1836957A-9BAA-438A-A02D-1B867C7C0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3435" y="4993103"/>
            <a:ext cx="330200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0" name="Freeform 120">
            <a:extLst>
              <a:ext uri="{FF2B5EF4-FFF2-40B4-BE49-F238E27FC236}">
                <a16:creationId xmlns:a16="http://schemas.microsoft.com/office/drawing/2014/main" id="{67EF1BBC-9E96-4A31-B64E-F403A5C46E72}"/>
              </a:ext>
            </a:extLst>
          </p:cNvPr>
          <p:cNvSpPr>
            <a:spLocks/>
          </p:cNvSpPr>
          <p:nvPr/>
        </p:nvSpPr>
        <p:spPr bwMode="auto">
          <a:xfrm>
            <a:off x="4569593" y="1844427"/>
            <a:ext cx="113984" cy="2107277"/>
          </a:xfrm>
          <a:custGeom>
            <a:avLst/>
            <a:gdLst>
              <a:gd name="T0" fmla="*/ 0 w 193"/>
              <a:gd name="T1" fmla="*/ 2147483647 h 1177"/>
              <a:gd name="T2" fmla="*/ 483869210 w 193"/>
              <a:gd name="T3" fmla="*/ 2147483647 h 1177"/>
              <a:gd name="T4" fmla="*/ 483869210 w 193"/>
              <a:gd name="T5" fmla="*/ 0 h 11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3" h="1177">
                <a:moveTo>
                  <a:pt x="0" y="1176"/>
                </a:moveTo>
                <a:lnTo>
                  <a:pt x="192" y="117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1" name="Rectangle 121">
            <a:extLst>
              <a:ext uri="{FF2B5EF4-FFF2-40B4-BE49-F238E27FC236}">
                <a16:creationId xmlns:a16="http://schemas.microsoft.com/office/drawing/2014/main" id="{1EB9729B-C5ED-4345-858E-720680D5E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7846" y="2041671"/>
            <a:ext cx="120545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Inst Address</a:t>
            </a:r>
          </a:p>
        </p:txBody>
      </p:sp>
      <p:sp>
        <p:nvSpPr>
          <p:cNvPr id="342" name="Line 122">
            <a:extLst>
              <a:ext uri="{FF2B5EF4-FFF2-40B4-BE49-F238E27FC236}">
                <a16:creationId xmlns:a16="http://schemas.microsoft.com/office/drawing/2014/main" id="{FC86BC58-8F3D-465A-A133-553699AE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4971" y="3951703"/>
            <a:ext cx="592859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3" name="Freeform 123">
            <a:extLst>
              <a:ext uri="{FF2B5EF4-FFF2-40B4-BE49-F238E27FC236}">
                <a16:creationId xmlns:a16="http://schemas.microsoft.com/office/drawing/2014/main" id="{DCD039F7-C014-4DE8-9765-99941C289689}"/>
              </a:ext>
            </a:extLst>
          </p:cNvPr>
          <p:cNvSpPr>
            <a:spLocks/>
          </p:cNvSpPr>
          <p:nvPr/>
        </p:nvSpPr>
        <p:spPr bwMode="auto">
          <a:xfrm>
            <a:off x="1589698" y="2533792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4" name="Freeform 124">
            <a:extLst>
              <a:ext uri="{FF2B5EF4-FFF2-40B4-BE49-F238E27FC236}">
                <a16:creationId xmlns:a16="http://schemas.microsoft.com/office/drawing/2014/main" id="{D1E89BDD-7EE6-4F25-838E-1ADEF3545E4E}"/>
              </a:ext>
            </a:extLst>
          </p:cNvPr>
          <p:cNvSpPr>
            <a:spLocks/>
          </p:cNvSpPr>
          <p:nvPr/>
        </p:nvSpPr>
        <p:spPr bwMode="auto">
          <a:xfrm>
            <a:off x="2097698" y="3380204"/>
            <a:ext cx="847725" cy="728663"/>
          </a:xfrm>
          <a:custGeom>
            <a:avLst/>
            <a:gdLst>
              <a:gd name="T0" fmla="*/ 1343244075 w 534"/>
              <a:gd name="T1" fmla="*/ 0 h 459"/>
              <a:gd name="T2" fmla="*/ 1343244075 w 534"/>
              <a:gd name="T3" fmla="*/ 887095609 h 459"/>
              <a:gd name="T4" fmla="*/ 0 w 534"/>
              <a:gd name="T5" fmla="*/ 887095609 h 459"/>
              <a:gd name="T6" fmla="*/ 0 w 534"/>
              <a:gd name="T7" fmla="*/ 1154232355 h 459"/>
              <a:gd name="T8" fmla="*/ 214214075 w 534"/>
              <a:gd name="T9" fmla="*/ 1154232355 h 4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459">
                <a:moveTo>
                  <a:pt x="533" y="0"/>
                </a:moveTo>
                <a:lnTo>
                  <a:pt x="533" y="352"/>
                </a:lnTo>
                <a:lnTo>
                  <a:pt x="0" y="352"/>
                </a:lnTo>
                <a:lnTo>
                  <a:pt x="0" y="458"/>
                </a:lnTo>
                <a:lnTo>
                  <a:pt x="85" y="458"/>
                </a:lnTo>
              </a:path>
            </a:pathLst>
          </a:custGeom>
          <a:noFill/>
          <a:ln w="25400" cap="rnd" cmpd="sng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45" name="Rectangle 35">
            <a:extLst>
              <a:ext uri="{FF2B5EF4-FFF2-40B4-BE49-F238E27FC236}">
                <a16:creationId xmlns:a16="http://schemas.microsoft.com/office/drawing/2014/main" id="{06DD5AC9-8043-4482-8323-D407CB939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543" y="3438829"/>
            <a:ext cx="4328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46" name="椭圆 4">
            <a:extLst>
              <a:ext uri="{FF2B5EF4-FFF2-40B4-BE49-F238E27FC236}">
                <a16:creationId xmlns:a16="http://schemas.microsoft.com/office/drawing/2014/main" id="{9CE0F7F9-20A7-4A0D-A047-A9E65701839E}"/>
              </a:ext>
            </a:extLst>
          </p:cNvPr>
          <p:cNvSpPr/>
          <p:nvPr/>
        </p:nvSpPr>
        <p:spPr bwMode="auto">
          <a:xfrm>
            <a:off x="1894498" y="4600250"/>
            <a:ext cx="384168" cy="797667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0D486F35-A85E-4F0A-BD27-D9943E70EDF3}"/>
              </a:ext>
            </a:extLst>
          </p:cNvPr>
          <p:cNvGrpSpPr/>
          <p:nvPr/>
        </p:nvGrpSpPr>
        <p:grpSpPr>
          <a:xfrm>
            <a:off x="2275469" y="2663080"/>
            <a:ext cx="505337" cy="1193800"/>
            <a:chOff x="5799138" y="4889500"/>
            <a:chExt cx="505337" cy="1193800"/>
          </a:xfrm>
        </p:grpSpPr>
        <p:grpSp>
          <p:nvGrpSpPr>
            <p:cNvPr id="348" name="Group 4">
              <a:extLst>
                <a:ext uri="{FF2B5EF4-FFF2-40B4-BE49-F238E27FC236}">
                  <a16:creationId xmlns:a16="http://schemas.microsoft.com/office/drawing/2014/main" id="{5ACC39C5-34B8-42A2-9BC5-A5397A72F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50" name="Line 5">
                <a:extLst>
                  <a:ext uri="{FF2B5EF4-FFF2-40B4-BE49-F238E27FC236}">
                    <a16:creationId xmlns:a16="http://schemas.microsoft.com/office/drawing/2014/main" id="{895A02FC-3DF4-4433-AEE9-4A7A4CCD0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1" name="Line 6">
                <a:extLst>
                  <a:ext uri="{FF2B5EF4-FFF2-40B4-BE49-F238E27FC236}">
                    <a16:creationId xmlns:a16="http://schemas.microsoft.com/office/drawing/2014/main" id="{4142DE81-8CEE-41DD-9389-2A53D2FCD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2" name="Line 7">
                <a:extLst>
                  <a:ext uri="{FF2B5EF4-FFF2-40B4-BE49-F238E27FC236}">
                    <a16:creationId xmlns:a16="http://schemas.microsoft.com/office/drawing/2014/main" id="{343C09A9-06FB-408D-8213-CFC51B51D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3" name="Line 8">
                <a:extLst>
                  <a:ext uri="{FF2B5EF4-FFF2-40B4-BE49-F238E27FC236}">
                    <a16:creationId xmlns:a16="http://schemas.microsoft.com/office/drawing/2014/main" id="{62898E6B-8D24-4C9F-8A8C-25E8A29B4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4" name="Line 9">
                <a:extLst>
                  <a:ext uri="{FF2B5EF4-FFF2-40B4-BE49-F238E27FC236}">
                    <a16:creationId xmlns:a16="http://schemas.microsoft.com/office/drawing/2014/main" id="{659B0831-1B48-465C-AD50-1F6702690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5" name="Line 10">
                <a:extLst>
                  <a:ext uri="{FF2B5EF4-FFF2-40B4-BE49-F238E27FC236}">
                    <a16:creationId xmlns:a16="http://schemas.microsoft.com/office/drawing/2014/main" id="{2BABF41D-ADD2-4288-8541-252FA42B6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6" name="Line 11">
                <a:extLst>
                  <a:ext uri="{FF2B5EF4-FFF2-40B4-BE49-F238E27FC236}">
                    <a16:creationId xmlns:a16="http://schemas.microsoft.com/office/drawing/2014/main" id="{B2550E8C-12E3-4170-BA83-AF58FBA94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57" name="Line 12">
                <a:extLst>
                  <a:ext uri="{FF2B5EF4-FFF2-40B4-BE49-F238E27FC236}">
                    <a16:creationId xmlns:a16="http://schemas.microsoft.com/office/drawing/2014/main" id="{8C2E8E0D-8C00-46D2-97A4-741EC12DE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49" name="Rectangle 58">
              <a:extLst>
                <a:ext uri="{FF2B5EF4-FFF2-40B4-BE49-F238E27FC236}">
                  <a16:creationId xmlns:a16="http://schemas.microsoft.com/office/drawing/2014/main" id="{13908AF2-78DF-4205-B046-BBC304E6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58" name="Rectangle 73">
            <a:extLst>
              <a:ext uri="{FF2B5EF4-FFF2-40B4-BE49-F238E27FC236}">
                <a16:creationId xmlns:a16="http://schemas.microsoft.com/office/drawing/2014/main" id="{85350AE1-E7AE-4718-8149-87397739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797" y="2654716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59" name="Line 74">
            <a:extLst>
              <a:ext uri="{FF2B5EF4-FFF2-40B4-BE49-F238E27FC236}">
                <a16:creationId xmlns:a16="http://schemas.microsoft.com/office/drawing/2014/main" id="{84C114CC-F43A-4BBC-A755-5B4A1239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9585" y="2849979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5E708A40-5D71-46B4-9903-4E9FD2A211CF}"/>
              </a:ext>
            </a:extLst>
          </p:cNvPr>
          <p:cNvGrpSpPr/>
          <p:nvPr/>
        </p:nvGrpSpPr>
        <p:grpSpPr>
          <a:xfrm>
            <a:off x="2606954" y="3985737"/>
            <a:ext cx="505337" cy="1193800"/>
            <a:chOff x="5799138" y="4889500"/>
            <a:chExt cx="505337" cy="1193800"/>
          </a:xfrm>
        </p:grpSpPr>
        <p:grpSp>
          <p:nvGrpSpPr>
            <p:cNvPr id="361" name="Group 4">
              <a:extLst>
                <a:ext uri="{FF2B5EF4-FFF2-40B4-BE49-F238E27FC236}">
                  <a16:creationId xmlns:a16="http://schemas.microsoft.com/office/drawing/2014/main" id="{FE89B108-E779-405D-A4E3-49A5313C90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9138" y="4889500"/>
              <a:ext cx="469900" cy="1193800"/>
              <a:chOff x="3692" y="2648"/>
              <a:chExt cx="296" cy="752"/>
            </a:xfrm>
          </p:grpSpPr>
          <p:sp>
            <p:nvSpPr>
              <p:cNvPr id="363" name="Line 5">
                <a:extLst>
                  <a:ext uri="{FF2B5EF4-FFF2-40B4-BE49-F238E27FC236}">
                    <a16:creationId xmlns:a16="http://schemas.microsoft.com/office/drawing/2014/main" id="{B9DCC856-D48F-41C0-8B1A-196E3A847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64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4" name="Line 6">
                <a:extLst>
                  <a:ext uri="{FF2B5EF4-FFF2-40B4-BE49-F238E27FC236}">
                    <a16:creationId xmlns:a16="http://schemas.microsoft.com/office/drawing/2014/main" id="{1B9DF00A-C80F-4BD3-86C7-8FEAA626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48"/>
                <a:ext cx="284" cy="1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5" name="Line 7">
                <a:extLst>
                  <a:ext uri="{FF2B5EF4-FFF2-40B4-BE49-F238E27FC236}">
                    <a16:creationId xmlns:a16="http://schemas.microsoft.com/office/drawing/2014/main" id="{E5E4013C-E9D5-4989-82CA-4EB7F7F58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821"/>
                <a:ext cx="132" cy="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6" name="Line 8">
                <a:extLst>
                  <a:ext uri="{FF2B5EF4-FFF2-40B4-BE49-F238E27FC236}">
                    <a16:creationId xmlns:a16="http://schemas.microsoft.com/office/drawing/2014/main" id="{4F45815D-0455-426E-846F-E400A0E9B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2920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7" name="Line 9">
                <a:extLst>
                  <a:ext uri="{FF2B5EF4-FFF2-40B4-BE49-F238E27FC236}">
                    <a16:creationId xmlns:a16="http://schemas.microsoft.com/office/drawing/2014/main" id="{0705CEC9-29BA-4DCE-AAF7-5AF4E32F1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4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8" name="Line 10">
                <a:extLst>
                  <a:ext uri="{FF2B5EF4-FFF2-40B4-BE49-F238E27FC236}">
                    <a16:creationId xmlns:a16="http://schemas.microsoft.com/office/drawing/2014/main" id="{2A1001F5-C8FC-4980-BAA2-4D8618518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3112"/>
                <a:ext cx="136" cy="1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69" name="Line 11">
                <a:extLst>
                  <a:ext uri="{FF2B5EF4-FFF2-40B4-BE49-F238E27FC236}">
                    <a16:creationId xmlns:a16="http://schemas.microsoft.com/office/drawing/2014/main" id="{B103C8F6-830D-4EF4-BAF0-7A2BF1582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  <p:sp>
            <p:nvSpPr>
              <p:cNvPr id="370" name="Line 12">
                <a:extLst>
                  <a:ext uri="{FF2B5EF4-FFF2-40B4-BE49-F238E27FC236}">
                    <a16:creationId xmlns:a16="http://schemas.microsoft.com/office/drawing/2014/main" id="{38C6F955-FCF6-45B8-8A60-235B4957B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2" y="3208"/>
                <a:ext cx="284" cy="1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SimHei" panose="02010609060101010101" pitchFamily="49" charset="-122"/>
                </a:endParaRPr>
              </a:p>
            </p:txBody>
          </p:sp>
        </p:grpSp>
        <p:sp>
          <p:nvSpPr>
            <p:cNvPr id="362" name="Rectangle 58">
              <a:extLst>
                <a:ext uri="{FF2B5EF4-FFF2-40B4-BE49-F238E27FC236}">
                  <a16:creationId xmlns:a16="http://schemas.microsoft.com/office/drawing/2014/main" id="{771217ED-0312-44CD-8AF6-0A91157AFA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629" y="5305706"/>
              <a:ext cx="695704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dirty="0">
                  <a:latin typeface="Times" charset="0"/>
                  <a:ea typeface="SimHei" panose="02010609060101010101" pitchFamily="49" charset="-122"/>
                </a:rPr>
                <a:t>Adder</a:t>
              </a:r>
            </a:p>
          </p:txBody>
        </p:sp>
      </p:grpSp>
      <p:sp>
        <p:nvSpPr>
          <p:cNvPr id="371" name="Rectangle 96">
            <a:extLst>
              <a:ext uri="{FF2B5EF4-FFF2-40B4-BE49-F238E27FC236}">
                <a16:creationId xmlns:a16="http://schemas.microsoft.com/office/drawing/2014/main" id="{EDDD107A-6EAF-4698-B677-43D6427C43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813392" y="4820346"/>
            <a:ext cx="57067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&lt;&lt; 2</a:t>
            </a:r>
          </a:p>
        </p:txBody>
      </p:sp>
      <p:sp>
        <p:nvSpPr>
          <p:cNvPr id="372" name="Line 82">
            <a:extLst>
              <a:ext uri="{FF2B5EF4-FFF2-40B4-BE49-F238E27FC236}">
                <a16:creationId xmlns:a16="http://schemas.microsoft.com/office/drawing/2014/main" id="{F168C239-5D56-4BC7-B81C-7EC5B4B54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3103" y="5230156"/>
            <a:ext cx="0" cy="1096867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3" name="Line 82">
            <a:extLst>
              <a:ext uri="{FF2B5EF4-FFF2-40B4-BE49-F238E27FC236}">
                <a16:creationId xmlns:a16="http://schemas.microsoft.com/office/drawing/2014/main" id="{2D889277-EC42-490B-8811-DE382AE20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7697" y="6327022"/>
            <a:ext cx="5167928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4" name="Line 82">
            <a:extLst>
              <a:ext uri="{FF2B5EF4-FFF2-40B4-BE49-F238E27FC236}">
                <a16:creationId xmlns:a16="http://schemas.microsoft.com/office/drawing/2014/main" id="{9CE17959-0A7C-4E45-BAB0-7E3D12F65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7697" y="5402868"/>
            <a:ext cx="0" cy="924154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5" name="Line 29">
            <a:extLst>
              <a:ext uri="{FF2B5EF4-FFF2-40B4-BE49-F238E27FC236}">
                <a16:creationId xmlns:a16="http://schemas.microsoft.com/office/drawing/2014/main" id="{A1BA98A7-0BAA-4F38-B3BB-C3F59400C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7222" y="2856972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6" name="Line 37">
            <a:extLst>
              <a:ext uri="{FF2B5EF4-FFF2-40B4-BE49-F238E27FC236}">
                <a16:creationId xmlns:a16="http://schemas.microsoft.com/office/drawing/2014/main" id="{198C186A-3C72-4475-8327-2FFDD88AD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66197" y="625044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7" name="Rectangle 38">
            <a:extLst>
              <a:ext uri="{FF2B5EF4-FFF2-40B4-BE49-F238E27FC236}">
                <a16:creationId xmlns:a16="http://schemas.microsoft.com/office/drawing/2014/main" id="{494D0F2F-FBCA-4CB9-9A07-B6E033D5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860" y="6281708"/>
            <a:ext cx="38792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378" name="Line 88">
            <a:extLst>
              <a:ext uri="{FF2B5EF4-FFF2-40B4-BE49-F238E27FC236}">
                <a16:creationId xmlns:a16="http://schemas.microsoft.com/office/drawing/2014/main" id="{63D627F1-F6E3-4CF1-BDFB-BF5771F91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2013" y="3852118"/>
            <a:ext cx="305595" cy="0"/>
          </a:xfrm>
          <a:prstGeom prst="line">
            <a:avLst/>
          </a:prstGeom>
          <a:noFill/>
          <a:ln w="25400">
            <a:solidFill>
              <a:srgbClr val="00B0F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379" name="Rectangle 18">
            <a:extLst>
              <a:ext uri="{FF2B5EF4-FFF2-40B4-BE49-F238E27FC236}">
                <a16:creationId xmlns:a16="http://schemas.microsoft.com/office/drawing/2014/main" id="{2674E125-08C7-4178-84ED-04F8E1F7A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785" y="3624629"/>
            <a:ext cx="600615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zh-CN" sz="1600" b="1" dirty="0">
                <a:solidFill>
                  <a:srgbClr val="FF0000"/>
                </a:solidFill>
                <a:latin typeface="Times" charset="0"/>
                <a:ea typeface="SimHei" panose="02010609060101010101" pitchFamily="49" charset="-122"/>
              </a:rPr>
              <a:t>Zero</a:t>
            </a:r>
            <a:endParaRPr lang="en-US" altLang="en-US" sz="1600" b="1" dirty="0">
              <a:solidFill>
                <a:srgbClr val="FF0000"/>
              </a:solidFill>
              <a:latin typeface="Times" charset="0"/>
              <a:ea typeface="SimHei" panose="02010609060101010101" pitchFamily="49" charset="-122"/>
            </a:endParaRPr>
          </a:p>
        </p:txBody>
      </p:sp>
      <p:sp>
        <p:nvSpPr>
          <p:cNvPr id="380" name="Rectangle 56">
            <a:extLst>
              <a:ext uri="{FF2B5EF4-FFF2-40B4-BE49-F238E27FC236}">
                <a16:creationId xmlns:a16="http://schemas.microsoft.com/office/drawing/2014/main" id="{B4F07279-D198-42F7-B36F-C3993E8E9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619" y="2752404"/>
            <a:ext cx="37670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altLang="en-US" sz="1600" dirty="0">
                <a:latin typeface="Times" charset="0"/>
                <a:ea typeface="SimHei" panose="02010609060101010101" pitchFamily="49" charset="-122"/>
              </a:rPr>
              <a:t>Rt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259D6-1036-4AD5-A277-7E9B0032A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465" y="491194"/>
            <a:ext cx="4608191" cy="564364"/>
          </a:xfrm>
          <a:prstGeom prst="rect">
            <a:avLst/>
          </a:prstGeom>
        </p:spPr>
      </p:pic>
      <p:sp>
        <p:nvSpPr>
          <p:cNvPr id="400" name="Rectangle 147">
            <a:extLst>
              <a:ext uri="{FF2B5EF4-FFF2-40B4-BE49-F238E27FC236}">
                <a16:creationId xmlns:a16="http://schemas.microsoft.com/office/drawing/2014/main" id="{B301A419-BD4F-4496-AD45-E4BAD572C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936" y="747191"/>
            <a:ext cx="2997351" cy="118391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if (Reg[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rs</a:t>
            </a:r>
            <a:r>
              <a:rPr lang="en-US" altLang="en-US" sz="1600" b="0" kern="0" dirty="0">
                <a:ea typeface="SimHei" panose="02010609060101010101" pitchFamily="49" charset="-122"/>
              </a:rPr>
              <a:t>]-Reg[rt] == 0)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	PC = PC + 4 + </a:t>
            </a:r>
            <a:r>
              <a:rPr lang="en-US" altLang="en-US" sz="1600" b="0" kern="0" dirty="0" err="1">
                <a:ea typeface="SimHei" panose="02010609060101010101" pitchFamily="49" charset="-122"/>
              </a:rPr>
              <a:t>Imm</a:t>
            </a:r>
            <a:r>
              <a:rPr lang="en-US" altLang="en-US" sz="1600" b="0" kern="0" dirty="0">
                <a:ea typeface="SimHei" panose="02010609060101010101" pitchFamily="49" charset="-122"/>
              </a:rPr>
              <a:t>&lt;&lt;2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else </a:t>
            </a:r>
          </a:p>
          <a:p>
            <a:pPr>
              <a:buFont typeface="Wingdings" pitchFamily="2" charset="2"/>
              <a:buNone/>
            </a:pPr>
            <a:r>
              <a:rPr lang="en-US" altLang="en-US" sz="1600" b="0" kern="0" dirty="0">
                <a:ea typeface="SimHei" panose="02010609060101010101" pitchFamily="49" charset="-122"/>
              </a:rPr>
              <a:t>	PC = PC + 4</a:t>
            </a:r>
          </a:p>
        </p:txBody>
      </p:sp>
      <p:sp>
        <p:nvSpPr>
          <p:cNvPr id="4" name="Line 29">
            <a:extLst>
              <a:ext uri="{FF2B5EF4-FFF2-40B4-BE49-F238E27FC236}">
                <a16:creationId xmlns:a16="http://schemas.microsoft.com/office/drawing/2014/main" id="{30ED99E7-7F79-4D4E-FD04-BFDE9081C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6998" y="3726280"/>
            <a:ext cx="70482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6" name="Line 29">
            <a:extLst>
              <a:ext uri="{FF2B5EF4-FFF2-40B4-BE49-F238E27FC236}">
                <a16:creationId xmlns:a16="http://schemas.microsoft.com/office/drawing/2014/main" id="{91B0B397-49D2-5034-9D52-4FE574A395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0796" y="3367647"/>
            <a:ext cx="685593" cy="885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8" name="Line 29">
            <a:extLst>
              <a:ext uri="{FF2B5EF4-FFF2-40B4-BE49-F238E27FC236}">
                <a16:creationId xmlns:a16="http://schemas.microsoft.com/office/drawing/2014/main" id="{7B96B3F2-DC75-E250-D91A-8293D7B0A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1818" y="4981576"/>
            <a:ext cx="33934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A5C9BF7-4BC0-EC1A-E49B-960CDA18F171}"/>
              </a:ext>
            </a:extLst>
          </p:cNvPr>
          <p:cNvGrpSpPr/>
          <p:nvPr/>
        </p:nvGrpSpPr>
        <p:grpSpPr>
          <a:xfrm>
            <a:off x="2096243" y="5191877"/>
            <a:ext cx="5168296" cy="1103137"/>
            <a:chOff x="745147" y="5403390"/>
            <a:chExt cx="5168296" cy="1103137"/>
          </a:xfrm>
        </p:grpSpPr>
        <p:sp>
          <p:nvSpPr>
            <p:cNvPr id="10" name="Line 82">
              <a:extLst>
                <a:ext uri="{FF2B5EF4-FFF2-40B4-BE49-F238E27FC236}">
                  <a16:creationId xmlns:a16="http://schemas.microsoft.com/office/drawing/2014/main" id="{579713FC-84C0-B3F5-8033-2CDC8B4B8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147" y="6506527"/>
              <a:ext cx="51679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1" name="Line 82">
              <a:extLst>
                <a:ext uri="{FF2B5EF4-FFF2-40B4-BE49-F238E27FC236}">
                  <a16:creationId xmlns:a16="http://schemas.microsoft.com/office/drawing/2014/main" id="{6DD633C7-A7B4-A367-8630-74ADC8F99C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5147" y="5582373"/>
              <a:ext cx="0" cy="9241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2" name="Line 82">
              <a:extLst>
                <a:ext uri="{FF2B5EF4-FFF2-40B4-BE49-F238E27FC236}">
                  <a16:creationId xmlns:a16="http://schemas.microsoft.com/office/drawing/2014/main" id="{8CE90FF9-D97F-1FE9-EB5F-31080B7F97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10553" y="5409660"/>
              <a:ext cx="0" cy="109686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  <p:sp>
          <p:nvSpPr>
            <p:cNvPr id="13" name="Line 82">
              <a:extLst>
                <a:ext uri="{FF2B5EF4-FFF2-40B4-BE49-F238E27FC236}">
                  <a16:creationId xmlns:a16="http://schemas.microsoft.com/office/drawing/2014/main" id="{D9948CE4-D877-11B9-C691-7743727F1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0266" y="5403390"/>
              <a:ext cx="114317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SimHei" panose="02010609060101010101" pitchFamily="49" charset="-122"/>
              </a:endParaRPr>
            </a:p>
          </p:txBody>
        </p:sp>
      </p:grp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D1C723A5-A061-8F1A-2312-416053E8EBE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57645" y="2882406"/>
            <a:ext cx="846326" cy="642000"/>
          </a:xfrm>
          <a:prstGeom prst="bentConnector3">
            <a:avLst>
              <a:gd name="adj1" fmla="val 10039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6B5E9D07-D8A6-E730-9B82-5AADEB3721C8}"/>
              </a:ext>
            </a:extLst>
          </p:cNvPr>
          <p:cNvCxnSpPr>
            <a:cxnSpLocks/>
            <a:stCxn id="212" idx="0"/>
          </p:cNvCxnSpPr>
          <p:nvPr/>
        </p:nvCxnSpPr>
        <p:spPr>
          <a:xfrm rot="16200000" flipH="1">
            <a:off x="6498277" y="3401347"/>
            <a:ext cx="1452264" cy="735408"/>
          </a:xfrm>
          <a:prstGeom prst="bentConnector3">
            <a:avLst>
              <a:gd name="adj1" fmla="val 10018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23">
            <a:extLst>
              <a:ext uri="{FF2B5EF4-FFF2-40B4-BE49-F238E27FC236}">
                <a16:creationId xmlns:a16="http://schemas.microsoft.com/office/drawing/2014/main" id="{8C563680-699E-F504-4EE2-93C4D3D0619E}"/>
              </a:ext>
            </a:extLst>
          </p:cNvPr>
          <p:cNvSpPr>
            <a:spLocks/>
          </p:cNvSpPr>
          <p:nvPr/>
        </p:nvSpPr>
        <p:spPr bwMode="auto">
          <a:xfrm>
            <a:off x="1595780" y="2532999"/>
            <a:ext cx="3093879" cy="1198837"/>
          </a:xfrm>
          <a:custGeom>
            <a:avLst/>
            <a:gdLst>
              <a:gd name="T0" fmla="*/ 2147483647 w 1902"/>
              <a:gd name="T1" fmla="*/ 0 h 737"/>
              <a:gd name="T2" fmla="*/ 0 w 1902"/>
              <a:gd name="T3" fmla="*/ 0 h 737"/>
              <a:gd name="T4" fmla="*/ 0 w 1902"/>
              <a:gd name="T5" fmla="*/ 1854834207 h 737"/>
              <a:gd name="T6" fmla="*/ 418345938 w 1902"/>
              <a:gd name="T7" fmla="*/ 1854834207 h 73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02" h="737">
                <a:moveTo>
                  <a:pt x="1901" y="0"/>
                </a:moveTo>
                <a:lnTo>
                  <a:pt x="0" y="0"/>
                </a:lnTo>
                <a:lnTo>
                  <a:pt x="0" y="736"/>
                </a:lnTo>
                <a:lnTo>
                  <a:pt x="166" y="736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188C7D8D-3CC2-7308-B2C6-251AAB7DF9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2620" y="4507092"/>
            <a:ext cx="69029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5231BD10-7447-9A6C-0B17-6A8039BBA4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84490" y="3621449"/>
            <a:ext cx="12303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4FA2E2E-C0BA-FFF8-9DD3-55F24F2769DF}"/>
              </a:ext>
            </a:extLst>
          </p:cNvPr>
          <p:cNvCxnSpPr/>
          <p:nvPr/>
        </p:nvCxnSpPr>
        <p:spPr>
          <a:xfrm flipH="1">
            <a:off x="8011507" y="3950105"/>
            <a:ext cx="1096958" cy="104975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ine 29">
            <a:extLst>
              <a:ext uri="{FF2B5EF4-FFF2-40B4-BE49-F238E27FC236}">
                <a16:creationId xmlns:a16="http://schemas.microsoft.com/office/drawing/2014/main" id="{EA3C115D-C749-D619-6D42-615BC1D143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6812" y="4975181"/>
            <a:ext cx="4258446" cy="18788"/>
          </a:xfrm>
          <a:prstGeom prst="line">
            <a:avLst/>
          </a:prstGeom>
          <a:noFill/>
          <a:ln w="38100">
            <a:solidFill>
              <a:srgbClr val="FF0000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C789ECC4-27B7-9CD0-75A6-39F03C14A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0220" y="4326052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EC1FBA0F-C00F-F9BD-DC7D-B15331A82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848" y="5200936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49C0F112-B5DD-6D0E-9CAB-2EE783938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6003" y="4232261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CD1CD62D-A6F6-70A0-628A-016922409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0944" y="3265637"/>
            <a:ext cx="29655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ctr" eaLnBrk="0" hangingPunct="0"/>
            <a:r>
              <a:rPr lang="en-US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</a:rPr>
              <a:t>0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9F0F273-5438-80A6-4B56-A0515F3C58FC}"/>
              </a:ext>
            </a:extLst>
          </p:cNvPr>
          <p:cNvCxnSpPr>
            <a:cxnSpLocks/>
          </p:cNvCxnSpPr>
          <p:nvPr/>
        </p:nvCxnSpPr>
        <p:spPr>
          <a:xfrm>
            <a:off x="4537159" y="3929716"/>
            <a:ext cx="178852" cy="55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109A798-0843-6132-1440-977593812AD5}"/>
              </a:ext>
            </a:extLst>
          </p:cNvPr>
          <p:cNvCxnSpPr>
            <a:cxnSpLocks/>
          </p:cNvCxnSpPr>
          <p:nvPr/>
        </p:nvCxnSpPr>
        <p:spPr>
          <a:xfrm flipH="1" flipV="1">
            <a:off x="4688680" y="2511083"/>
            <a:ext cx="378" cy="14495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4664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DDCD7-511C-4FF9-B1C9-89EE63B8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77" y="73417"/>
            <a:ext cx="10515600" cy="1325563"/>
          </a:xfrm>
        </p:spPr>
        <p:txBody>
          <a:bodyPr/>
          <a:lstStyle/>
          <a:p>
            <a:r>
              <a:rPr lang="zh-CN" altLang="en-US" b="1" dirty="0">
                <a:latin typeface="+mn-ea"/>
                <a:ea typeface="+mn-ea"/>
              </a:rPr>
              <a:t>流水线（示例）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D26FFB-7678-4711-90E5-38019972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1806CE5-282B-4233-8654-09F35EA875E2}" type="slidenum">
              <a:rPr lang="zh-CN" altLang="en-US" sz="1400">
                <a:solidFill>
                  <a:srgbClr val="000000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zh-CN" altLang="en-US" sz="14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89D1E047-F973-F499-9254-92C097AE93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865" y="5051122"/>
            <a:ext cx="162833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76C4B065-7602-5892-36D1-43E39513E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793" y="5051122"/>
            <a:ext cx="15984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2E0503C4-9846-4CBA-821A-B2ABA3C57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600" y="5051122"/>
            <a:ext cx="15575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7" name="Line 11">
            <a:extLst>
              <a:ext uri="{FF2B5EF4-FFF2-40B4-BE49-F238E27FC236}">
                <a16:creationId xmlns:a16="http://schemas.microsoft.com/office/drawing/2014/main" id="{583E5737-127B-7C51-7211-2736D5201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865" y="4792309"/>
            <a:ext cx="0" cy="2588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212A69E5-9C8B-2927-6242-759C0482A1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069" y="5709987"/>
            <a:ext cx="586025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7B6B7FDB-CE8F-54FC-588C-522397673CD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6731" y="5051122"/>
            <a:ext cx="14159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2DECAEF0-5B6D-63BC-26CF-24DD88DE8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8324" y="5051123"/>
            <a:ext cx="0" cy="65886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11" name="Line 15">
            <a:extLst>
              <a:ext uri="{FF2B5EF4-FFF2-40B4-BE49-F238E27FC236}">
                <a16:creationId xmlns:a16="http://schemas.microsoft.com/office/drawing/2014/main" id="{1787BFA9-0F98-D8EA-F426-DE89EA634D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8068" y="3938359"/>
            <a:ext cx="0" cy="177162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12" name="Line 16">
            <a:extLst>
              <a:ext uri="{FF2B5EF4-FFF2-40B4-BE49-F238E27FC236}">
                <a16:creationId xmlns:a16="http://schemas.microsoft.com/office/drawing/2014/main" id="{83C9D8AA-0EAB-15A9-8D63-A4A66CFF94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068" y="3943450"/>
            <a:ext cx="35398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grpSp>
        <p:nvGrpSpPr>
          <p:cNvPr id="13" name="Group 17">
            <a:extLst>
              <a:ext uri="{FF2B5EF4-FFF2-40B4-BE49-F238E27FC236}">
                <a16:creationId xmlns:a16="http://schemas.microsoft.com/office/drawing/2014/main" id="{A1A62230-AE4D-C8C7-D44B-75D61F521568}"/>
              </a:ext>
            </a:extLst>
          </p:cNvPr>
          <p:cNvGrpSpPr>
            <a:grpSpLocks/>
          </p:cNvGrpSpPr>
          <p:nvPr/>
        </p:nvGrpSpPr>
        <p:grpSpPr bwMode="auto">
          <a:xfrm>
            <a:off x="3087705" y="2268886"/>
            <a:ext cx="353986" cy="776438"/>
            <a:chOff x="1392" y="2880"/>
            <a:chExt cx="288" cy="480"/>
          </a:xfrm>
        </p:grpSpPr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25DAF9BA-BD06-8DFD-9B5D-C7918383F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2DC22305-8ADC-5E62-E302-43158BA32B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81CAD998-EBFA-F946-7795-824C1ACD68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7" name="Line 21">
              <a:extLst>
                <a:ext uri="{FF2B5EF4-FFF2-40B4-BE49-F238E27FC236}">
                  <a16:creationId xmlns:a16="http://schemas.microsoft.com/office/drawing/2014/main" id="{AF612034-A5CF-6099-A3D2-23480B993A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8" name="Line 22">
              <a:extLst>
                <a:ext uri="{FF2B5EF4-FFF2-40B4-BE49-F238E27FC236}">
                  <a16:creationId xmlns:a16="http://schemas.microsoft.com/office/drawing/2014/main" id="{2FD61F26-28CF-0BC0-BB58-677333583C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19" name="Line 23">
              <a:extLst>
                <a:ext uri="{FF2B5EF4-FFF2-40B4-BE49-F238E27FC236}">
                  <a16:creationId xmlns:a16="http://schemas.microsoft.com/office/drawing/2014/main" id="{6E037A94-21D5-148C-1E6D-1357A448C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75CE04C7-F3EC-7FDC-EAE1-8CAEEA1F8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</p:grpSp>
      <p:sp>
        <p:nvSpPr>
          <p:cNvPr id="21" name="Rectangle 25">
            <a:extLst>
              <a:ext uri="{FF2B5EF4-FFF2-40B4-BE49-F238E27FC236}">
                <a16:creationId xmlns:a16="http://schemas.microsoft.com/office/drawing/2014/main" id="{87A5B9AF-50AE-EE0F-475A-B779A9F5C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0530" y="3110028"/>
            <a:ext cx="1203552" cy="122936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22" name="Rectangle 26">
            <a:extLst>
              <a:ext uri="{FF2B5EF4-FFF2-40B4-BE49-F238E27FC236}">
                <a16:creationId xmlns:a16="http://schemas.microsoft.com/office/drawing/2014/main" id="{8A351384-6E0B-E07F-18FB-ACB6E9025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748" y="3433544"/>
            <a:ext cx="141594" cy="71173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BE44C536-0A49-DCEF-A79A-75AF9C538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7343" y="3757059"/>
            <a:ext cx="28318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24" name="Line 28">
            <a:extLst>
              <a:ext uri="{FF2B5EF4-FFF2-40B4-BE49-F238E27FC236}">
                <a16:creationId xmlns:a16="http://schemas.microsoft.com/office/drawing/2014/main" id="{5D33BF59-69D5-5204-A5EF-2A455BE43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8140" y="2398293"/>
            <a:ext cx="8495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25" name="Line 29">
            <a:extLst>
              <a:ext uri="{FF2B5EF4-FFF2-40B4-BE49-F238E27FC236}">
                <a16:creationId xmlns:a16="http://schemas.microsoft.com/office/drawing/2014/main" id="{7BEEF57B-7BAE-3EE4-FFEB-46D1D84E30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3719" y="2915918"/>
            <a:ext cx="35398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EC90D7ED-498E-F6D6-2BF9-F5E9C0056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9733" y="3562951"/>
            <a:ext cx="74729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Address</a:t>
            </a:r>
          </a:p>
        </p:txBody>
      </p:sp>
      <p:sp>
        <p:nvSpPr>
          <p:cNvPr id="27" name="Text Box 31">
            <a:extLst>
              <a:ext uri="{FF2B5EF4-FFF2-40B4-BE49-F238E27FC236}">
                <a16:creationId xmlns:a16="http://schemas.microsoft.com/office/drawing/2014/main" id="{FFD88FE8-C2C5-3428-C0A0-37D377496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2761" y="3121247"/>
            <a:ext cx="1010183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Instruction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28" name="Text Box 32">
            <a:extLst>
              <a:ext uri="{FF2B5EF4-FFF2-40B4-BE49-F238E27FC236}">
                <a16:creationId xmlns:a16="http://schemas.microsoft.com/office/drawing/2014/main" id="{F200C4CA-5E99-E44F-8593-25DBBBB49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4106" y="2527565"/>
            <a:ext cx="457146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Add</a:t>
            </a: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34DC0897-0D3C-C37D-8D17-FA7F3A7E9D6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899842" y="3670464"/>
            <a:ext cx="397836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PC</a:t>
            </a:r>
          </a:p>
        </p:txBody>
      </p:sp>
      <p:sp>
        <p:nvSpPr>
          <p:cNvPr id="30" name="Line 34">
            <a:extLst>
              <a:ext uri="{FF2B5EF4-FFF2-40B4-BE49-F238E27FC236}">
                <a16:creationId xmlns:a16="http://schemas.microsoft.com/office/drawing/2014/main" id="{319F4CCC-9765-01D2-AFEF-5A8145C075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2560" y="3757059"/>
            <a:ext cx="28318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31" name="Text Box 35">
            <a:extLst>
              <a:ext uri="{FF2B5EF4-FFF2-40B4-BE49-F238E27FC236}">
                <a16:creationId xmlns:a16="http://schemas.microsoft.com/office/drawing/2014/main" id="{83278743-0078-23D8-EAA3-81211D05B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328" y="2786513"/>
            <a:ext cx="26959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2" name="Line 36">
            <a:extLst>
              <a:ext uri="{FF2B5EF4-FFF2-40B4-BE49-F238E27FC236}">
                <a16:creationId xmlns:a16="http://schemas.microsoft.com/office/drawing/2014/main" id="{12775CFA-B4E7-15B7-9E08-96879E6A2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2559" y="1686558"/>
            <a:ext cx="0" cy="207050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33" name="AutoShape 37">
            <a:extLst>
              <a:ext uri="{FF2B5EF4-FFF2-40B4-BE49-F238E27FC236}">
                <a16:creationId xmlns:a16="http://schemas.microsoft.com/office/drawing/2014/main" id="{C5BD08B8-83A0-FE46-374F-EF29F6BDA9E7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2336360" y="1612713"/>
            <a:ext cx="582329" cy="212392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34" name="Line 38">
            <a:extLst>
              <a:ext uri="{FF2B5EF4-FFF2-40B4-BE49-F238E27FC236}">
                <a16:creationId xmlns:a16="http://schemas.microsoft.com/office/drawing/2014/main" id="{3E0FDBC1-C852-E2AB-97EB-E3B0CE65E0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2558" y="1686557"/>
            <a:ext cx="77876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35" name="Rectangle 40">
            <a:extLst>
              <a:ext uri="{FF2B5EF4-FFF2-40B4-BE49-F238E27FC236}">
                <a16:creationId xmlns:a16="http://schemas.microsoft.com/office/drawing/2014/main" id="{1B30708A-1E1B-C32C-FE3B-CEFB2D014E2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617426" y="1451795"/>
            <a:ext cx="148229" cy="571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eaLnBrk="0" fontAlgn="base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1</a:t>
            </a:r>
          </a:p>
          <a:p>
            <a:pPr eaLnBrk="0" fontAlgn="base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36" name="Line 41">
            <a:extLst>
              <a:ext uri="{FF2B5EF4-FFF2-40B4-BE49-F238E27FC236}">
                <a16:creationId xmlns:a16="http://schemas.microsoft.com/office/drawing/2014/main" id="{1D34BE16-06D2-E08F-593E-7224D368D7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3718" y="1557152"/>
            <a:ext cx="550627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37" name="Line 42">
            <a:extLst>
              <a:ext uri="{FF2B5EF4-FFF2-40B4-BE49-F238E27FC236}">
                <a16:creationId xmlns:a16="http://schemas.microsoft.com/office/drawing/2014/main" id="{986FEFD0-F3C9-A692-3AF3-AE265C8B5F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9663" y="5500902"/>
            <a:ext cx="614344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38" name="Rectangle 43">
            <a:extLst>
              <a:ext uri="{FF2B5EF4-FFF2-40B4-BE49-F238E27FC236}">
                <a16:creationId xmlns:a16="http://schemas.microsoft.com/office/drawing/2014/main" id="{B8F13EBA-C60A-FF52-FED8-E660071F4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053" y="3110028"/>
            <a:ext cx="1203552" cy="122936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39" name="Line 44">
            <a:extLst>
              <a:ext uri="{FF2B5EF4-FFF2-40B4-BE49-F238E27FC236}">
                <a16:creationId xmlns:a16="http://schemas.microsoft.com/office/drawing/2014/main" id="{79BD757F-004C-2C88-2408-571F8B4BA7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4082" y="3757059"/>
            <a:ext cx="14159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40" name="Line 45">
            <a:extLst>
              <a:ext uri="{FF2B5EF4-FFF2-40B4-BE49-F238E27FC236}">
                <a16:creationId xmlns:a16="http://schemas.microsoft.com/office/drawing/2014/main" id="{A11C38C5-A146-B593-32A6-C54947973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866" y="3562950"/>
            <a:ext cx="28318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41" name="Text Box 46">
            <a:extLst>
              <a:ext uri="{FF2B5EF4-FFF2-40B4-BE49-F238E27FC236}">
                <a16:creationId xmlns:a16="http://schemas.microsoft.com/office/drawing/2014/main" id="{721073F5-A986-3457-8605-3D413BFF4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1256" y="4080575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42" name="Text Box 47">
            <a:extLst>
              <a:ext uri="{FF2B5EF4-FFF2-40B4-BE49-F238E27FC236}">
                <a16:creationId xmlns:a16="http://schemas.microsoft.com/office/drawing/2014/main" id="{10DB09A4-66E7-1A8D-ACBF-642AA188A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4531" y="3057457"/>
            <a:ext cx="636682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 err="1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 1</a:t>
            </a:r>
          </a:p>
        </p:txBody>
      </p:sp>
      <p:sp>
        <p:nvSpPr>
          <p:cNvPr id="43" name="Text Box 48">
            <a:extLst>
              <a:ext uri="{FF2B5EF4-FFF2-40B4-BE49-F238E27FC236}">
                <a16:creationId xmlns:a16="http://schemas.microsoft.com/office/drawing/2014/main" id="{F43B42B1-F184-4947-549D-457695798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106" y="3398497"/>
            <a:ext cx="636682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Read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 err="1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 2</a:t>
            </a:r>
          </a:p>
        </p:txBody>
      </p:sp>
      <p:sp>
        <p:nvSpPr>
          <p:cNvPr id="44" name="Text Box 49">
            <a:extLst>
              <a:ext uri="{FF2B5EF4-FFF2-40B4-BE49-F238E27FC236}">
                <a16:creationId xmlns:a16="http://schemas.microsoft.com/office/drawing/2014/main" id="{395ED177-A3D8-16F1-88BE-7601DFCFA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967" y="3821762"/>
            <a:ext cx="89957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Write </a:t>
            </a:r>
            <a:r>
              <a:rPr lang="en-US" altLang="zh-CN" sz="1200" b="0" dirty="0" err="1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Addr</a:t>
            </a:r>
            <a:endParaRPr lang="en-US" altLang="zh-CN" sz="1200" b="0" dirty="0">
              <a:solidFill>
                <a:srgbClr val="000000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45" name="Text Box 50">
            <a:extLst>
              <a:ext uri="{FF2B5EF4-FFF2-40B4-BE49-F238E27FC236}">
                <a16:creationId xmlns:a16="http://schemas.microsoft.com/office/drawing/2014/main" id="{40B9988D-1844-E241-6753-094D17B89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446" y="3538515"/>
            <a:ext cx="603020" cy="307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Regs</a:t>
            </a:r>
          </a:p>
        </p:txBody>
      </p:sp>
      <p:sp>
        <p:nvSpPr>
          <p:cNvPr id="46" name="Text Box 51">
            <a:extLst>
              <a:ext uri="{FF2B5EF4-FFF2-40B4-BE49-F238E27FC236}">
                <a16:creationId xmlns:a16="http://schemas.microsoft.com/office/drawing/2014/main" id="{C7304D10-59F1-A2F6-032E-80E36D1C2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243" y="3132559"/>
            <a:ext cx="679964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 Data 1</a:t>
            </a:r>
          </a:p>
        </p:txBody>
      </p:sp>
      <p:sp>
        <p:nvSpPr>
          <p:cNvPr id="47" name="Text Box 52">
            <a:extLst>
              <a:ext uri="{FF2B5EF4-FFF2-40B4-BE49-F238E27FC236}">
                <a16:creationId xmlns:a16="http://schemas.microsoft.com/office/drawing/2014/main" id="{DF6AF385-A16B-42FA-F1C4-CF5CB9C03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113" y="3821763"/>
            <a:ext cx="679964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 Data 2</a:t>
            </a:r>
          </a:p>
        </p:txBody>
      </p:sp>
      <p:sp>
        <p:nvSpPr>
          <p:cNvPr id="48" name="Line 53">
            <a:extLst>
              <a:ext uri="{FF2B5EF4-FFF2-40B4-BE49-F238E27FC236}">
                <a16:creationId xmlns:a16="http://schemas.microsoft.com/office/drawing/2014/main" id="{F7554F7C-672C-DA44-A094-11E124770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865" y="4792309"/>
            <a:ext cx="35398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49" name="Line 54">
            <a:extLst>
              <a:ext uri="{FF2B5EF4-FFF2-40B4-BE49-F238E27FC236}">
                <a16:creationId xmlns:a16="http://schemas.microsoft.com/office/drawing/2014/main" id="{053FE456-9D0E-37F4-D850-14F44834C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1431" y="4730577"/>
            <a:ext cx="70797" cy="1294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50" name="Line 55">
            <a:extLst>
              <a:ext uri="{FF2B5EF4-FFF2-40B4-BE49-F238E27FC236}">
                <a16:creationId xmlns:a16="http://schemas.microsoft.com/office/drawing/2014/main" id="{7462B6BF-FADF-D94D-3CF8-EFF26E661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1233" y="4715975"/>
            <a:ext cx="70797" cy="1294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51" name="Text Box 56">
            <a:extLst>
              <a:ext uri="{FF2B5EF4-FFF2-40B4-BE49-F238E27FC236}">
                <a16:creationId xmlns:a16="http://schemas.microsoft.com/office/drawing/2014/main" id="{7608F95E-5FE5-12B7-F75A-68C2B65C0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816" y="4813252"/>
            <a:ext cx="353976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16</a:t>
            </a:r>
          </a:p>
        </p:txBody>
      </p:sp>
      <p:sp>
        <p:nvSpPr>
          <p:cNvPr id="52" name="Text Box 57">
            <a:extLst>
              <a:ext uri="{FF2B5EF4-FFF2-40B4-BE49-F238E27FC236}">
                <a16:creationId xmlns:a16="http://schemas.microsoft.com/office/drawing/2014/main" id="{16F42AF6-E85A-FDBA-E334-A2F6DDE9D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2415" y="4792310"/>
            <a:ext cx="35455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32</a:t>
            </a:r>
          </a:p>
        </p:txBody>
      </p:sp>
      <p:sp>
        <p:nvSpPr>
          <p:cNvPr id="53" name="Line 58">
            <a:extLst>
              <a:ext uri="{FF2B5EF4-FFF2-40B4-BE49-F238E27FC236}">
                <a16:creationId xmlns:a16="http://schemas.microsoft.com/office/drawing/2014/main" id="{F878C456-FE11-2A39-9F3C-78B028DECF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9663" y="4209981"/>
            <a:ext cx="21239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54" name="Line 59">
            <a:extLst>
              <a:ext uri="{FF2B5EF4-FFF2-40B4-BE49-F238E27FC236}">
                <a16:creationId xmlns:a16="http://schemas.microsoft.com/office/drawing/2014/main" id="{31028811-FB50-1A0F-51EB-FAB5B35A1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8969" y="4339388"/>
            <a:ext cx="0" cy="4529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55" name="Line 60">
            <a:extLst>
              <a:ext uri="{FF2B5EF4-FFF2-40B4-BE49-F238E27FC236}">
                <a16:creationId xmlns:a16="http://schemas.microsoft.com/office/drawing/2014/main" id="{670FADCC-E8B2-CB80-4FFC-B8CC44B28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604" y="4015871"/>
            <a:ext cx="14159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56" name="Line 61">
            <a:extLst>
              <a:ext uri="{FF2B5EF4-FFF2-40B4-BE49-F238E27FC236}">
                <a16:creationId xmlns:a16="http://schemas.microsoft.com/office/drawing/2014/main" id="{A0E9E66D-55D9-7782-B347-5E0B834DD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865" y="3239433"/>
            <a:ext cx="0" cy="15528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57" name="Line 62">
            <a:extLst>
              <a:ext uri="{FF2B5EF4-FFF2-40B4-BE49-F238E27FC236}">
                <a16:creationId xmlns:a16="http://schemas.microsoft.com/office/drawing/2014/main" id="{AB237B09-DDD5-7728-7457-8E4E836AD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866" y="3239433"/>
            <a:ext cx="28318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58" name="Line 63">
            <a:extLst>
              <a:ext uri="{FF2B5EF4-FFF2-40B4-BE49-F238E27FC236}">
                <a16:creationId xmlns:a16="http://schemas.microsoft.com/office/drawing/2014/main" id="{25FD459D-D9F1-0F5A-7DEB-F35DB5E4A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794" y="4015871"/>
            <a:ext cx="61501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59" name="Line 64">
            <a:extLst>
              <a:ext uri="{FF2B5EF4-FFF2-40B4-BE49-F238E27FC236}">
                <a16:creationId xmlns:a16="http://schemas.microsoft.com/office/drawing/2014/main" id="{ED7FB39B-EBD0-DDF1-CF75-10544B4B3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4413" y="3821762"/>
            <a:ext cx="14117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60" name="Freeform 65">
            <a:extLst>
              <a:ext uri="{FF2B5EF4-FFF2-40B4-BE49-F238E27FC236}">
                <a16:creationId xmlns:a16="http://schemas.microsoft.com/office/drawing/2014/main" id="{9738A0BC-E97A-637D-E686-09009F2FDA46}"/>
              </a:ext>
            </a:extLst>
          </p:cNvPr>
          <p:cNvSpPr>
            <a:spLocks/>
          </p:cNvSpPr>
          <p:nvPr/>
        </p:nvSpPr>
        <p:spPr bwMode="auto">
          <a:xfrm>
            <a:off x="7248830" y="3239433"/>
            <a:ext cx="495580" cy="1099954"/>
          </a:xfrm>
          <a:custGeom>
            <a:avLst/>
            <a:gdLst>
              <a:gd name="T0" fmla="*/ 0 w 388"/>
              <a:gd name="T1" fmla="*/ 0 h 1099"/>
              <a:gd name="T2" fmla="*/ 0 w 388"/>
              <a:gd name="T3" fmla="*/ 235 h 1099"/>
              <a:gd name="T4" fmla="*/ 83 w 388"/>
              <a:gd name="T5" fmla="*/ 305 h 1099"/>
              <a:gd name="T6" fmla="*/ 0 w 388"/>
              <a:gd name="T7" fmla="*/ 370 h 1099"/>
              <a:gd name="T8" fmla="*/ 0 w 388"/>
              <a:gd name="T9" fmla="*/ 605 h 1099"/>
              <a:gd name="T10" fmla="*/ 290 w 388"/>
              <a:gd name="T11" fmla="*/ 436 h 1099"/>
              <a:gd name="T12" fmla="*/ 290 w 388"/>
              <a:gd name="T13" fmla="*/ 170 h 1099"/>
              <a:gd name="T14" fmla="*/ 0 w 388"/>
              <a:gd name="T15" fmla="*/ 0 h 10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8" h="1099">
                <a:moveTo>
                  <a:pt x="0" y="0"/>
                </a:moveTo>
                <a:lnTo>
                  <a:pt x="0" y="427"/>
                </a:lnTo>
                <a:lnTo>
                  <a:pt x="111" y="553"/>
                </a:lnTo>
                <a:lnTo>
                  <a:pt x="0" y="671"/>
                </a:lnTo>
                <a:lnTo>
                  <a:pt x="0" y="1098"/>
                </a:lnTo>
                <a:lnTo>
                  <a:pt x="387" y="790"/>
                </a:lnTo>
                <a:lnTo>
                  <a:pt x="387" y="308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61" name="Rectangle 66">
            <a:extLst>
              <a:ext uri="{FF2B5EF4-FFF2-40B4-BE49-F238E27FC236}">
                <a16:creationId xmlns:a16="http://schemas.microsoft.com/office/drawing/2014/main" id="{31841E86-C666-DCBA-B4DE-578F79ADA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8803" y="3684525"/>
            <a:ext cx="441007" cy="18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base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tabLst>
                <a:tab pos="452438" algn="l"/>
                <a:tab pos="903288" algn="l"/>
                <a:tab pos="13573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ALU</a:t>
            </a:r>
          </a:p>
        </p:txBody>
      </p:sp>
      <p:sp>
        <p:nvSpPr>
          <p:cNvPr id="62" name="AutoShape 67">
            <a:extLst>
              <a:ext uri="{FF2B5EF4-FFF2-40B4-BE49-F238E27FC236}">
                <a16:creationId xmlns:a16="http://schemas.microsoft.com/office/drawing/2014/main" id="{495C9C52-C441-0FC4-2448-466F9677D4B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701431" y="4077678"/>
            <a:ext cx="647031" cy="212392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63" name="Line 68">
            <a:extLst>
              <a:ext uri="{FF2B5EF4-FFF2-40B4-BE49-F238E27FC236}">
                <a16:creationId xmlns:a16="http://schemas.microsoft.com/office/drawing/2014/main" id="{751AA0C1-59DE-AE34-F7A2-CA6379BC0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5830" y="4145278"/>
            <a:ext cx="12188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32" name="Rectangle 70">
            <a:extLst>
              <a:ext uri="{FF2B5EF4-FFF2-40B4-BE49-F238E27FC236}">
                <a16:creationId xmlns:a16="http://schemas.microsoft.com/office/drawing/2014/main" id="{48C1F0E5-793E-D48A-381E-B25E8A93D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826" y="3908089"/>
            <a:ext cx="112094" cy="63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eaLnBrk="0" fontAlgn="base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1</a:t>
            </a:r>
          </a:p>
          <a:p>
            <a:pPr eaLnBrk="0" fontAlgn="base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833" name="Line 71">
            <a:extLst>
              <a:ext uri="{FF2B5EF4-FFF2-40B4-BE49-F238E27FC236}">
                <a16:creationId xmlns:a16="http://schemas.microsoft.com/office/drawing/2014/main" id="{731C4F2B-4EFE-81DC-904B-F25673BA1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2996" y="4409473"/>
            <a:ext cx="11575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34" name="Line 72">
            <a:extLst>
              <a:ext uri="{FF2B5EF4-FFF2-40B4-BE49-F238E27FC236}">
                <a16:creationId xmlns:a16="http://schemas.microsoft.com/office/drawing/2014/main" id="{077CED4A-9B12-CA87-C709-7E32A657A9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793" y="3309289"/>
            <a:ext cx="6150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35" name="Oval 73">
            <a:extLst>
              <a:ext uri="{FF2B5EF4-FFF2-40B4-BE49-F238E27FC236}">
                <a16:creationId xmlns:a16="http://schemas.microsoft.com/office/drawing/2014/main" id="{AA9C2B3B-D7CA-9BFD-B719-C508E608F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798" y="2732035"/>
            <a:ext cx="375559" cy="4004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36" name="Rectangle 74">
            <a:extLst>
              <a:ext uri="{FF2B5EF4-FFF2-40B4-BE49-F238E27FC236}">
                <a16:creationId xmlns:a16="http://schemas.microsoft.com/office/drawing/2014/main" id="{2DFEAEE8-A582-9579-8D46-DB8A2DE89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9575" y="2818387"/>
            <a:ext cx="411790" cy="223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defTabSz="903288" eaLnBrk="0" fontAlgn="base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tabLst>
                <a:tab pos="452438" algn="l"/>
                <a:tab pos="903288" algn="l"/>
                <a:tab pos="1357313" algn="l"/>
              </a:tabLst>
              <a:defRPr/>
            </a:pPr>
            <a:r>
              <a:rPr lang="en-US" altLang="zh-CN" sz="14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&lt;&lt;2</a:t>
            </a:r>
          </a:p>
        </p:txBody>
      </p:sp>
      <p:sp>
        <p:nvSpPr>
          <p:cNvPr id="837" name="Line 75">
            <a:extLst>
              <a:ext uri="{FF2B5EF4-FFF2-40B4-BE49-F238E27FC236}">
                <a16:creationId xmlns:a16="http://schemas.microsoft.com/office/drawing/2014/main" id="{8970A34C-6C3C-C52B-1F68-19AAA0D005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8969" y="2969666"/>
            <a:ext cx="2871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grpSp>
        <p:nvGrpSpPr>
          <p:cNvPr id="838" name="Group 76">
            <a:extLst>
              <a:ext uri="{FF2B5EF4-FFF2-40B4-BE49-F238E27FC236}">
                <a16:creationId xmlns:a16="http://schemas.microsoft.com/office/drawing/2014/main" id="{2A101763-BA44-507C-2AFB-79646A064965}"/>
              </a:ext>
            </a:extLst>
          </p:cNvPr>
          <p:cNvGrpSpPr>
            <a:grpSpLocks/>
          </p:cNvGrpSpPr>
          <p:nvPr/>
        </p:nvGrpSpPr>
        <p:grpSpPr bwMode="auto">
          <a:xfrm>
            <a:off x="7457566" y="2405815"/>
            <a:ext cx="331862" cy="776438"/>
            <a:chOff x="1392" y="2880"/>
            <a:chExt cx="288" cy="480"/>
          </a:xfrm>
        </p:grpSpPr>
        <p:sp>
          <p:nvSpPr>
            <p:cNvPr id="839" name="Line 77">
              <a:extLst>
                <a:ext uri="{FF2B5EF4-FFF2-40B4-BE49-F238E27FC236}">
                  <a16:creationId xmlns:a16="http://schemas.microsoft.com/office/drawing/2014/main" id="{85A976C4-9B1D-8623-CB02-FA4105A67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072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840" name="Line 78">
              <a:extLst>
                <a:ext uri="{FF2B5EF4-FFF2-40B4-BE49-F238E27FC236}">
                  <a16:creationId xmlns:a16="http://schemas.microsoft.com/office/drawing/2014/main" id="{3042C09C-D901-6C4B-3C87-1337C9F968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120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841" name="Line 79">
              <a:extLst>
                <a:ext uri="{FF2B5EF4-FFF2-40B4-BE49-F238E27FC236}">
                  <a16:creationId xmlns:a16="http://schemas.microsoft.com/office/drawing/2014/main" id="{F59BFCF8-EEE2-10D9-69F9-C654EAB6CA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2880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842" name="Line 80">
              <a:extLst>
                <a:ext uri="{FF2B5EF4-FFF2-40B4-BE49-F238E27FC236}">
                  <a16:creationId xmlns:a16="http://schemas.microsoft.com/office/drawing/2014/main" id="{7DBED405-07D5-7376-1B5B-DD9DFF9F67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843" name="Line 81">
              <a:extLst>
                <a:ext uri="{FF2B5EF4-FFF2-40B4-BE49-F238E27FC236}">
                  <a16:creationId xmlns:a16="http://schemas.microsoft.com/office/drawing/2014/main" id="{EA72AB51-41FE-92D0-4A79-B240458FF3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3216"/>
              <a:ext cx="288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844" name="Line 82">
              <a:extLst>
                <a:ext uri="{FF2B5EF4-FFF2-40B4-BE49-F238E27FC236}">
                  <a16:creationId xmlns:a16="http://schemas.microsoft.com/office/drawing/2014/main" id="{E7918BB6-4527-64C9-3A8A-CEB225804B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02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  <p:sp>
          <p:nvSpPr>
            <p:cNvPr id="845" name="Line 83">
              <a:extLst>
                <a:ext uri="{FF2B5EF4-FFF2-40B4-BE49-F238E27FC236}">
                  <a16:creationId xmlns:a16="http://schemas.microsoft.com/office/drawing/2014/main" id="{A9C916F6-098E-3DBA-7AC1-E771553AF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880"/>
              <a:ext cx="288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dirty="0">
                <a:solidFill>
                  <a:srgbClr val="000000"/>
                </a:solidFill>
                <a:latin typeface="Arial" charset="0"/>
                <a:ea typeface="SimHei" panose="02010609060101010101" pitchFamily="49" charset="-122"/>
              </a:endParaRPr>
            </a:p>
          </p:txBody>
        </p:sp>
      </p:grpSp>
      <p:sp>
        <p:nvSpPr>
          <p:cNvPr id="846" name="Text Box 84">
            <a:extLst>
              <a:ext uri="{FF2B5EF4-FFF2-40B4-BE49-F238E27FC236}">
                <a16:creationId xmlns:a16="http://schemas.microsoft.com/office/drawing/2014/main" id="{8C301FFC-63BA-324D-FC5F-04AA0B45D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3676" y="2669722"/>
            <a:ext cx="457146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Add</a:t>
            </a:r>
          </a:p>
        </p:txBody>
      </p:sp>
      <p:sp>
        <p:nvSpPr>
          <p:cNvPr id="847" name="Line 85">
            <a:extLst>
              <a:ext uri="{FF2B5EF4-FFF2-40B4-BE49-F238E27FC236}">
                <a16:creationId xmlns:a16="http://schemas.microsoft.com/office/drawing/2014/main" id="{6D001803-22D3-B179-A4C0-C2046E14E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7828" y="2969880"/>
            <a:ext cx="85018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48" name="Rectangle 86">
            <a:extLst>
              <a:ext uri="{FF2B5EF4-FFF2-40B4-BE49-F238E27FC236}">
                <a16:creationId xmlns:a16="http://schemas.microsoft.com/office/drawing/2014/main" id="{0A9E299F-D8A1-B6DC-1C1B-90A6306EA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990" y="3272777"/>
            <a:ext cx="1203552" cy="104099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49" name="Line 87">
            <a:extLst>
              <a:ext uri="{FF2B5EF4-FFF2-40B4-BE49-F238E27FC236}">
                <a16:creationId xmlns:a16="http://schemas.microsoft.com/office/drawing/2014/main" id="{5CC05FE0-357E-02C9-09E0-14F3A5083BB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600" y="3821762"/>
            <a:ext cx="2123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50" name="Text Box 88">
            <a:extLst>
              <a:ext uri="{FF2B5EF4-FFF2-40B4-BE49-F238E27FC236}">
                <a16:creationId xmlns:a16="http://schemas.microsoft.com/office/drawing/2014/main" id="{35737304-B1C6-CC9E-05FC-68DB58947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6178" y="3272777"/>
            <a:ext cx="830645" cy="523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Memory</a:t>
            </a:r>
          </a:p>
        </p:txBody>
      </p:sp>
      <p:sp>
        <p:nvSpPr>
          <p:cNvPr id="851" name="Text Box 89">
            <a:extLst>
              <a:ext uri="{FF2B5EF4-FFF2-40B4-BE49-F238E27FC236}">
                <a16:creationId xmlns:a16="http://schemas.microsoft.com/office/drawing/2014/main" id="{F25F9CC3-A2BA-608D-43B7-C1EF45589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193" y="3692356"/>
            <a:ext cx="747290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Address</a:t>
            </a:r>
          </a:p>
        </p:txBody>
      </p:sp>
      <p:sp>
        <p:nvSpPr>
          <p:cNvPr id="852" name="Text Box 90">
            <a:extLst>
              <a:ext uri="{FF2B5EF4-FFF2-40B4-BE49-F238E27FC236}">
                <a16:creationId xmlns:a16="http://schemas.microsoft.com/office/drawing/2014/main" id="{FD11769D-CEB5-3DA8-4005-3B96739B6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194" y="4015872"/>
            <a:ext cx="90803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Write Data</a:t>
            </a:r>
          </a:p>
        </p:txBody>
      </p:sp>
      <p:sp>
        <p:nvSpPr>
          <p:cNvPr id="853" name="Text Box 91">
            <a:extLst>
              <a:ext uri="{FF2B5EF4-FFF2-40B4-BE49-F238E27FC236}">
                <a16:creationId xmlns:a16="http://schemas.microsoft.com/office/drawing/2014/main" id="{3D892975-2C40-A622-553C-DA59DC6FA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7961" y="3627653"/>
            <a:ext cx="550120" cy="46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Read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Data</a:t>
            </a:r>
          </a:p>
        </p:txBody>
      </p:sp>
      <p:sp>
        <p:nvSpPr>
          <p:cNvPr id="854" name="Line 92">
            <a:extLst>
              <a:ext uri="{FF2B5EF4-FFF2-40B4-BE49-F238E27FC236}">
                <a16:creationId xmlns:a16="http://schemas.microsoft.com/office/drawing/2014/main" id="{0BA987A9-BBAB-38C2-AD18-C76F21E4E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4293" y="4145278"/>
            <a:ext cx="21569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55" name="Line 93">
            <a:extLst>
              <a:ext uri="{FF2B5EF4-FFF2-40B4-BE49-F238E27FC236}">
                <a16:creationId xmlns:a16="http://schemas.microsoft.com/office/drawing/2014/main" id="{B07A5341-EF02-67EA-391D-4B73CF61F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6731" y="4145278"/>
            <a:ext cx="212392" cy="134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56" name="AutoShape 94">
            <a:extLst>
              <a:ext uri="{FF2B5EF4-FFF2-40B4-BE49-F238E27FC236}">
                <a16:creationId xmlns:a16="http://schemas.microsoft.com/office/drawing/2014/main" id="{B32D4FC3-86D5-D93E-2AC2-F3DCBB5E6E3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9754154" y="3877325"/>
            <a:ext cx="582329" cy="212392"/>
          </a:xfrm>
          <a:custGeom>
            <a:avLst/>
            <a:gdLst>
              <a:gd name="T0" fmla="*/ 8 w 21600"/>
              <a:gd name="T1" fmla="*/ 0 h 21600"/>
              <a:gd name="T2" fmla="*/ 4 w 21600"/>
              <a:gd name="T3" fmla="*/ 1 h 21600"/>
              <a:gd name="T4" fmla="*/ 1 w 21600"/>
              <a:gd name="T5" fmla="*/ 0 h 21600"/>
              <a:gd name="T6" fmla="*/ 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57" name="Line 98">
            <a:extLst>
              <a:ext uri="{FF2B5EF4-FFF2-40B4-BE49-F238E27FC236}">
                <a16:creationId xmlns:a16="http://schemas.microsoft.com/office/drawing/2014/main" id="{61DF291A-C21E-687A-6E93-28E2D4939A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604" y="3309289"/>
            <a:ext cx="14159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58" name="Line 99">
            <a:extLst>
              <a:ext uri="{FF2B5EF4-FFF2-40B4-BE49-F238E27FC236}">
                <a16:creationId xmlns:a16="http://schemas.microsoft.com/office/drawing/2014/main" id="{41391497-FC56-86A5-0B66-799897215F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9662" y="4209983"/>
            <a:ext cx="0" cy="12909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59" name="Line 100">
            <a:extLst>
              <a:ext uri="{FF2B5EF4-FFF2-40B4-BE49-F238E27FC236}">
                <a16:creationId xmlns:a16="http://schemas.microsoft.com/office/drawing/2014/main" id="{288FFD1E-F585-5EAF-95C7-E89F78687B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690" y="2657105"/>
            <a:ext cx="2123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60" name="Line 101">
            <a:extLst>
              <a:ext uri="{FF2B5EF4-FFF2-40B4-BE49-F238E27FC236}">
                <a16:creationId xmlns:a16="http://schemas.microsoft.com/office/drawing/2014/main" id="{8190CE85-7216-A12A-641E-4B07719DA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3720" y="1815964"/>
            <a:ext cx="8495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62" name="Line 102">
            <a:extLst>
              <a:ext uri="{FF2B5EF4-FFF2-40B4-BE49-F238E27FC236}">
                <a16:creationId xmlns:a16="http://schemas.microsoft.com/office/drawing/2014/main" id="{F3FB90AD-6E50-0F08-3A34-BAE87516D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7270" y="3757059"/>
            <a:ext cx="14159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63" name="Line 103">
            <a:extLst>
              <a:ext uri="{FF2B5EF4-FFF2-40B4-BE49-F238E27FC236}">
                <a16:creationId xmlns:a16="http://schemas.microsoft.com/office/drawing/2014/main" id="{0FCDCED4-D784-1EC5-7A4A-F3F8FF498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9443543" y="3821762"/>
            <a:ext cx="14126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64" name="Rectangle 104">
            <a:extLst>
              <a:ext uri="{FF2B5EF4-FFF2-40B4-BE49-F238E27FC236}">
                <a16:creationId xmlns:a16="http://schemas.microsoft.com/office/drawing/2014/main" id="{0372B0DF-0BD4-CAC0-FCB7-EEC354FF6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676" y="2462996"/>
            <a:ext cx="141594" cy="1876391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65" name="Rectangle 105">
            <a:extLst>
              <a:ext uri="{FF2B5EF4-FFF2-40B4-BE49-F238E27FC236}">
                <a16:creationId xmlns:a16="http://schemas.microsoft.com/office/drawing/2014/main" id="{C0C388C7-12B4-5521-6559-F84DF75E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198" y="2462995"/>
            <a:ext cx="147520" cy="2983021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66" name="Line 106">
            <a:extLst>
              <a:ext uri="{FF2B5EF4-FFF2-40B4-BE49-F238E27FC236}">
                <a16:creationId xmlns:a16="http://schemas.microsoft.com/office/drawing/2014/main" id="{F67097AA-1529-A80A-5081-C31E1982FD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3284" y="2657105"/>
            <a:ext cx="2123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67" name="Line 107">
            <a:extLst>
              <a:ext uri="{FF2B5EF4-FFF2-40B4-BE49-F238E27FC236}">
                <a16:creationId xmlns:a16="http://schemas.microsoft.com/office/drawing/2014/main" id="{4992EDC1-44F1-0750-F814-57CD125621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7270" y="2657105"/>
            <a:ext cx="176992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68" name="Line 108">
            <a:extLst>
              <a:ext uri="{FF2B5EF4-FFF2-40B4-BE49-F238E27FC236}">
                <a16:creationId xmlns:a16="http://schemas.microsoft.com/office/drawing/2014/main" id="{9D49954A-0C0E-2CBA-A19A-DA333A1CF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3084" y="2811271"/>
            <a:ext cx="9292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69" name="Line 109">
            <a:extLst>
              <a:ext uri="{FF2B5EF4-FFF2-40B4-BE49-F238E27FC236}">
                <a16:creationId xmlns:a16="http://schemas.microsoft.com/office/drawing/2014/main" id="{023ACA2A-2A75-6E71-DB1C-8FBED3AAD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793" y="4792309"/>
            <a:ext cx="10017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72" name="Rectangle 112">
            <a:extLst>
              <a:ext uri="{FF2B5EF4-FFF2-40B4-BE49-F238E27FC236}">
                <a16:creationId xmlns:a16="http://schemas.microsoft.com/office/drawing/2014/main" id="{2F5D1D52-2841-E2BF-C13C-4730C9936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5136" y="2980622"/>
            <a:ext cx="141594" cy="2199907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73" name="Line 113">
            <a:extLst>
              <a:ext uri="{FF2B5EF4-FFF2-40B4-BE49-F238E27FC236}">
                <a16:creationId xmlns:a16="http://schemas.microsoft.com/office/drawing/2014/main" id="{2694380C-415A-DA54-FEBB-3F55532D1F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8396" y="4792309"/>
            <a:ext cx="148674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74" name="Line 114">
            <a:extLst>
              <a:ext uri="{FF2B5EF4-FFF2-40B4-BE49-F238E27FC236}">
                <a16:creationId xmlns:a16="http://schemas.microsoft.com/office/drawing/2014/main" id="{77EC7482-64C4-BF53-66D1-2178C4F9E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6731" y="3821762"/>
            <a:ext cx="212392" cy="134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75" name="Line 115">
            <a:extLst>
              <a:ext uri="{FF2B5EF4-FFF2-40B4-BE49-F238E27FC236}">
                <a16:creationId xmlns:a16="http://schemas.microsoft.com/office/drawing/2014/main" id="{8C16EF03-359E-13D6-A1E3-CCC84ADB8D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93107" y="3951169"/>
            <a:ext cx="0" cy="154973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76" name="Line 116">
            <a:extLst>
              <a:ext uri="{FF2B5EF4-FFF2-40B4-BE49-F238E27FC236}">
                <a16:creationId xmlns:a16="http://schemas.microsoft.com/office/drawing/2014/main" id="{876C510C-1D79-FDDC-DFC9-FE935C61DA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9990" y="1557154"/>
            <a:ext cx="0" cy="12634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77" name="Line 117">
            <a:extLst>
              <a:ext uri="{FF2B5EF4-FFF2-40B4-BE49-F238E27FC236}">
                <a16:creationId xmlns:a16="http://schemas.microsoft.com/office/drawing/2014/main" id="{FC71E854-4077-0759-ECAE-095B720605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6004" y="4145279"/>
            <a:ext cx="141594" cy="647031"/>
          </a:xfrm>
          <a:prstGeom prst="line">
            <a:avLst/>
          </a:prstGeom>
          <a:noFill/>
          <a:ln w="28575" cap="rnd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78" name="Line 118">
            <a:extLst>
              <a:ext uri="{FF2B5EF4-FFF2-40B4-BE49-F238E27FC236}">
                <a16:creationId xmlns:a16="http://schemas.microsoft.com/office/drawing/2014/main" id="{EFAA5BE3-2006-F8EB-E9F6-547E515D26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85136" y="4145279"/>
            <a:ext cx="141594" cy="647031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79" name="Text Box 119">
            <a:extLst>
              <a:ext uri="{FF2B5EF4-FFF2-40B4-BE49-F238E27FC236}">
                <a16:creationId xmlns:a16="http://schemas.microsoft.com/office/drawing/2014/main" id="{14F58E76-B15C-BE91-EB0D-93BB4A38C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222" y="2204184"/>
            <a:ext cx="51966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IF/ID</a:t>
            </a:r>
          </a:p>
        </p:txBody>
      </p:sp>
      <p:sp>
        <p:nvSpPr>
          <p:cNvPr id="880" name="Line 120">
            <a:extLst>
              <a:ext uri="{FF2B5EF4-FFF2-40B4-BE49-F238E27FC236}">
                <a16:creationId xmlns:a16="http://schemas.microsoft.com/office/drawing/2014/main" id="{C38305A2-E469-2A51-F281-55AD4D9315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8969" y="2973428"/>
            <a:ext cx="0" cy="136595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81" name="Line 121">
            <a:extLst>
              <a:ext uri="{FF2B5EF4-FFF2-40B4-BE49-F238E27FC236}">
                <a16:creationId xmlns:a16="http://schemas.microsoft.com/office/drawing/2014/main" id="{F23758C9-8FB1-C111-B7A0-63A7A589B3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698" y="4792309"/>
            <a:ext cx="53150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82" name="Line 122">
            <a:extLst>
              <a:ext uri="{FF2B5EF4-FFF2-40B4-BE49-F238E27FC236}">
                <a16:creationId xmlns:a16="http://schemas.microsoft.com/office/drawing/2014/main" id="{A6649A0B-9769-E1F6-ECEC-AB819DE58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793" y="2657105"/>
            <a:ext cx="160803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83" name="Line 123">
            <a:extLst>
              <a:ext uri="{FF2B5EF4-FFF2-40B4-BE49-F238E27FC236}">
                <a16:creationId xmlns:a16="http://schemas.microsoft.com/office/drawing/2014/main" id="{ECCDA6BE-7346-A0AE-EC83-FE4577ACB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3284" y="1815965"/>
            <a:ext cx="0" cy="8411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84" name="Line 124">
            <a:extLst>
              <a:ext uri="{FF2B5EF4-FFF2-40B4-BE49-F238E27FC236}">
                <a16:creationId xmlns:a16="http://schemas.microsoft.com/office/drawing/2014/main" id="{315C700D-19A9-26B0-507B-997561E3ED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73614" y="3135008"/>
            <a:ext cx="0" cy="363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85" name="Line 125">
            <a:extLst>
              <a:ext uri="{FF2B5EF4-FFF2-40B4-BE49-F238E27FC236}">
                <a16:creationId xmlns:a16="http://schemas.microsoft.com/office/drawing/2014/main" id="{DF13F269-324A-99C9-3A70-910A7D9C5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8139" y="2398294"/>
            <a:ext cx="0" cy="135876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86" name="Rectangle 126">
            <a:extLst>
              <a:ext uri="{FF2B5EF4-FFF2-40B4-BE49-F238E27FC236}">
                <a16:creationId xmlns:a16="http://schemas.microsoft.com/office/drawing/2014/main" id="{AC2A383A-7B27-B924-BD80-7F69649C2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004" y="2462996"/>
            <a:ext cx="141594" cy="2717533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87" name="Oval 127">
            <a:extLst>
              <a:ext uri="{FF2B5EF4-FFF2-40B4-BE49-F238E27FC236}">
                <a16:creationId xmlns:a16="http://schemas.microsoft.com/office/drawing/2014/main" id="{6237D5FA-D8D1-3F5C-A9A6-5E851E264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850" y="4598201"/>
            <a:ext cx="755170" cy="38821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88" name="Rectangle 128">
            <a:extLst>
              <a:ext uri="{FF2B5EF4-FFF2-40B4-BE49-F238E27FC236}">
                <a16:creationId xmlns:a16="http://schemas.microsoft.com/office/drawing/2014/main" id="{2459BCBC-6F65-3CC6-2430-59DCE08F6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4444" y="4598201"/>
            <a:ext cx="495580" cy="388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Imm</a:t>
            </a:r>
            <a:endParaRPr lang="en-US" altLang="zh-CN" sz="1200" dirty="0">
              <a:solidFill>
                <a:srgbClr val="000000"/>
              </a:solidFill>
              <a:latin typeface="Arial" pitchFamily="34" charset="0"/>
              <a:ea typeface="SimHei" panose="02010609060101010101" pitchFamily="49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Extend</a:t>
            </a:r>
          </a:p>
        </p:txBody>
      </p:sp>
      <p:sp>
        <p:nvSpPr>
          <p:cNvPr id="889" name="Line 129">
            <a:extLst>
              <a:ext uri="{FF2B5EF4-FFF2-40B4-BE49-F238E27FC236}">
                <a16:creationId xmlns:a16="http://schemas.microsoft.com/office/drawing/2014/main" id="{297391FE-8E9F-E1D0-013A-C514EADFF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599" y="2811271"/>
            <a:ext cx="2123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90" name="Line 130">
            <a:extLst>
              <a:ext uri="{FF2B5EF4-FFF2-40B4-BE49-F238E27FC236}">
                <a16:creationId xmlns:a16="http://schemas.microsoft.com/office/drawing/2014/main" id="{DF1AED68-649F-7B05-431A-7DF9606B8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3614" y="3135009"/>
            <a:ext cx="21239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91" name="Line 131">
            <a:extLst>
              <a:ext uri="{FF2B5EF4-FFF2-40B4-BE49-F238E27FC236}">
                <a16:creationId xmlns:a16="http://schemas.microsoft.com/office/drawing/2014/main" id="{227403EC-D584-F35B-35E0-DAC711AF8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599" y="3135009"/>
            <a:ext cx="6643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92" name="Line 132">
            <a:extLst>
              <a:ext uri="{FF2B5EF4-FFF2-40B4-BE49-F238E27FC236}">
                <a16:creationId xmlns:a16="http://schemas.microsoft.com/office/drawing/2014/main" id="{794BFA50-8202-BE35-E594-0556A4C76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8396" y="3821762"/>
            <a:ext cx="0" cy="97054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93" name="Text Box 133">
            <a:extLst>
              <a:ext uri="{FF2B5EF4-FFF2-40B4-BE49-F238E27FC236}">
                <a16:creationId xmlns:a16="http://schemas.microsoft.com/office/drawing/2014/main" id="{053DD190-2191-16B3-EEE3-31B6E5D1E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4807" y="1656078"/>
            <a:ext cx="586990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ID/EX</a:t>
            </a:r>
          </a:p>
        </p:txBody>
      </p:sp>
      <p:sp>
        <p:nvSpPr>
          <p:cNvPr id="894" name="Text Box 134">
            <a:extLst>
              <a:ext uri="{FF2B5EF4-FFF2-40B4-BE49-F238E27FC236}">
                <a16:creationId xmlns:a16="http://schemas.microsoft.com/office/drawing/2014/main" id="{F0F81720-1D2F-B9A5-A4E5-A4804C709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019" y="1841577"/>
            <a:ext cx="79217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EX/MEM</a:t>
            </a:r>
          </a:p>
        </p:txBody>
      </p:sp>
      <p:sp>
        <p:nvSpPr>
          <p:cNvPr id="895" name="Text Box 135">
            <a:extLst>
              <a:ext uri="{FF2B5EF4-FFF2-40B4-BE49-F238E27FC236}">
                <a16:creationId xmlns:a16="http://schemas.microsoft.com/office/drawing/2014/main" id="{30EC17A3-C2B7-21E7-2315-E8F54B028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1948" y="2535788"/>
            <a:ext cx="835455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MEM/WB</a:t>
            </a:r>
          </a:p>
        </p:txBody>
      </p:sp>
      <p:sp>
        <p:nvSpPr>
          <p:cNvPr id="896" name="Rectangle 137">
            <a:extLst>
              <a:ext uri="{FF2B5EF4-FFF2-40B4-BE49-F238E27FC236}">
                <a16:creationId xmlns:a16="http://schemas.microsoft.com/office/drawing/2014/main" id="{1FC0A91A-343D-B8CE-00FB-9C233F8E6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0104" y="2265751"/>
            <a:ext cx="141602" cy="194121"/>
          </a:xfrm>
          <a:prstGeom prst="rect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97" name="Rectangle 138">
            <a:extLst>
              <a:ext uri="{FF2B5EF4-FFF2-40B4-BE49-F238E27FC236}">
                <a16:creationId xmlns:a16="http://schemas.microsoft.com/office/drawing/2014/main" id="{783E9C47-523C-0747-7438-C11594BC8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0104" y="2071629"/>
            <a:ext cx="141602" cy="194121"/>
          </a:xfrm>
          <a:prstGeom prst="rect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98" name="Rectangle 139">
            <a:extLst>
              <a:ext uri="{FF2B5EF4-FFF2-40B4-BE49-F238E27FC236}">
                <a16:creationId xmlns:a16="http://schemas.microsoft.com/office/drawing/2014/main" id="{AFAB7AC4-53DA-A1AE-4D1C-CF7716FC2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0104" y="1877508"/>
            <a:ext cx="141602" cy="194121"/>
          </a:xfrm>
          <a:prstGeom prst="rect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899" name="Rectangle 140">
            <a:extLst>
              <a:ext uri="{FF2B5EF4-FFF2-40B4-BE49-F238E27FC236}">
                <a16:creationId xmlns:a16="http://schemas.microsoft.com/office/drawing/2014/main" id="{8B52E8ED-609B-32CD-1F4F-4A0ECA441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590" y="2261463"/>
            <a:ext cx="141602" cy="194121"/>
          </a:xfrm>
          <a:prstGeom prst="rect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00" name="Rectangle 141">
            <a:extLst>
              <a:ext uri="{FF2B5EF4-FFF2-40B4-BE49-F238E27FC236}">
                <a16:creationId xmlns:a16="http://schemas.microsoft.com/office/drawing/2014/main" id="{0CC85EBD-1BF8-EE3C-47E6-24E2A6D67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590" y="2067341"/>
            <a:ext cx="141602" cy="194121"/>
          </a:xfrm>
          <a:prstGeom prst="rect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01" name="Rectangle 142">
            <a:extLst>
              <a:ext uri="{FF2B5EF4-FFF2-40B4-BE49-F238E27FC236}">
                <a16:creationId xmlns:a16="http://schemas.microsoft.com/office/drawing/2014/main" id="{CAD4B07A-8015-A60A-A845-2328195EB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4809" y="2779309"/>
            <a:ext cx="141602" cy="194121"/>
          </a:xfrm>
          <a:prstGeom prst="rect">
            <a:avLst/>
          </a:prstGeom>
          <a:pattFill prst="wd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02" name="Rectangle 143">
            <a:extLst>
              <a:ext uri="{FF2B5EF4-FFF2-40B4-BE49-F238E27FC236}">
                <a16:creationId xmlns:a16="http://schemas.microsoft.com/office/drawing/2014/main" id="{D6AF8A72-4695-F34B-C1AC-0A1A60EF8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2790" y="2083503"/>
            <a:ext cx="495606" cy="25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00B050"/>
                </a:solidFill>
                <a:latin typeface="Arial" pitchFamily="34" charset="0"/>
                <a:ea typeface="SimHei" panose="02010609060101010101" pitchFamily="49" charset="-122"/>
              </a:rPr>
              <a:t>Control</a:t>
            </a:r>
          </a:p>
        </p:txBody>
      </p:sp>
      <p:sp>
        <p:nvSpPr>
          <p:cNvPr id="903" name="Oval 144">
            <a:extLst>
              <a:ext uri="{FF2B5EF4-FFF2-40B4-BE49-F238E27FC236}">
                <a16:creationId xmlns:a16="http://schemas.microsoft.com/office/drawing/2014/main" id="{51E7944D-45EA-EA3D-535D-A1E753A47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6706" y="1925080"/>
            <a:ext cx="583741" cy="587588"/>
          </a:xfrm>
          <a:prstGeom prst="ellipse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04" name="Line 145">
            <a:extLst>
              <a:ext uri="{FF2B5EF4-FFF2-40B4-BE49-F238E27FC236}">
                <a16:creationId xmlns:a16="http://schemas.microsoft.com/office/drawing/2014/main" id="{42F68587-5154-F607-138D-AA3B4F52A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5" y="2408225"/>
            <a:ext cx="0" cy="84119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05" name="Line 146">
            <a:extLst>
              <a:ext uri="{FF2B5EF4-FFF2-40B4-BE49-F238E27FC236}">
                <a16:creationId xmlns:a16="http://schemas.microsoft.com/office/drawing/2014/main" id="{1E3518B9-08AF-8C2F-4ADB-91F575344D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5" y="2408225"/>
            <a:ext cx="68783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06" name="Line 147">
            <a:extLst>
              <a:ext uri="{FF2B5EF4-FFF2-40B4-BE49-F238E27FC236}">
                <a16:creationId xmlns:a16="http://schemas.microsoft.com/office/drawing/2014/main" id="{02829369-8DD9-5DD3-2190-176BC6EABB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1590" y="1970280"/>
            <a:ext cx="565114" cy="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07" name="Line 148">
            <a:extLst>
              <a:ext uri="{FF2B5EF4-FFF2-40B4-BE49-F238E27FC236}">
                <a16:creationId xmlns:a16="http://schemas.microsoft.com/office/drawing/2014/main" id="{324BC0CC-E997-FA67-1A3D-928AAF974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1900" y="2164401"/>
            <a:ext cx="424805" cy="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08" name="Line 149">
            <a:extLst>
              <a:ext uri="{FF2B5EF4-FFF2-40B4-BE49-F238E27FC236}">
                <a16:creationId xmlns:a16="http://schemas.microsoft.com/office/drawing/2014/main" id="{5F44056E-8E9D-6914-F7DB-8B04372B26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6500" y="2358523"/>
            <a:ext cx="460205" cy="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09" name="Line 150">
            <a:extLst>
              <a:ext uri="{FF2B5EF4-FFF2-40B4-BE49-F238E27FC236}">
                <a16:creationId xmlns:a16="http://schemas.microsoft.com/office/drawing/2014/main" id="{C34CD0FD-B203-56E5-10FC-653BFBDD8D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192" y="2358523"/>
            <a:ext cx="1557618" cy="45295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10" name="Line 151">
            <a:extLst>
              <a:ext uri="{FF2B5EF4-FFF2-40B4-BE49-F238E27FC236}">
                <a16:creationId xmlns:a16="http://schemas.microsoft.com/office/drawing/2014/main" id="{AA5076B7-E4BE-2225-A709-0DA11DDAE3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305" y="2358523"/>
            <a:ext cx="2049466" cy="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11" name="Line 152">
            <a:extLst>
              <a:ext uri="{FF2B5EF4-FFF2-40B4-BE49-F238E27FC236}">
                <a16:creationId xmlns:a16="http://schemas.microsoft.com/office/drawing/2014/main" id="{ACA736AB-F0FC-9C46-5691-88531784C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306" y="2164401"/>
            <a:ext cx="2037285" cy="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12" name="Line 154">
            <a:extLst>
              <a:ext uri="{FF2B5EF4-FFF2-40B4-BE49-F238E27FC236}">
                <a16:creationId xmlns:a16="http://schemas.microsoft.com/office/drawing/2014/main" id="{9C4B3CAA-5EC7-7E8E-081F-4696FC682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80415" y="2876181"/>
            <a:ext cx="0" cy="258828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13" name="Line 155">
            <a:extLst>
              <a:ext uri="{FF2B5EF4-FFF2-40B4-BE49-F238E27FC236}">
                <a16:creationId xmlns:a16="http://schemas.microsoft.com/office/drawing/2014/main" id="{35BC5192-8E74-9448-E3DC-2E82B140E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192" y="2164401"/>
            <a:ext cx="323304" cy="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14" name="Line 156">
            <a:extLst>
              <a:ext uri="{FF2B5EF4-FFF2-40B4-BE49-F238E27FC236}">
                <a16:creationId xmlns:a16="http://schemas.microsoft.com/office/drawing/2014/main" id="{551CDFAE-4D57-92FD-A294-2CD03ED02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6411" y="2876181"/>
            <a:ext cx="354004" cy="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15" name="Line 157">
            <a:extLst>
              <a:ext uri="{FF2B5EF4-FFF2-40B4-BE49-F238E27FC236}">
                <a16:creationId xmlns:a16="http://schemas.microsoft.com/office/drawing/2014/main" id="{8E9BDF5A-5996-FC9D-C9C7-7FD2E1EC2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496" y="2164400"/>
            <a:ext cx="0" cy="129414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16" name="Rectangle 40">
            <a:extLst>
              <a:ext uri="{FF2B5EF4-FFF2-40B4-BE49-F238E27FC236}">
                <a16:creationId xmlns:a16="http://schemas.microsoft.com/office/drawing/2014/main" id="{AF596DC6-C769-3C74-DE50-72A09576A5A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952417" y="3724707"/>
            <a:ext cx="148229" cy="571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eaLnBrk="0" fontAlgn="base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1</a:t>
            </a:r>
          </a:p>
          <a:p>
            <a:pPr eaLnBrk="0" fontAlgn="base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0</a:t>
            </a:r>
          </a:p>
        </p:txBody>
      </p:sp>
      <p:sp>
        <p:nvSpPr>
          <p:cNvPr id="917" name="Line 118">
            <a:extLst>
              <a:ext uri="{FF2B5EF4-FFF2-40B4-BE49-F238E27FC236}">
                <a16:creationId xmlns:a16="http://schemas.microsoft.com/office/drawing/2014/main" id="{B4E26BC3-E735-0839-BE1A-227BE0A8CA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92282" y="4166221"/>
            <a:ext cx="115611" cy="525875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18" name="Line 13">
            <a:extLst>
              <a:ext uri="{FF2B5EF4-FFF2-40B4-BE49-F238E27FC236}">
                <a16:creationId xmlns:a16="http://schemas.microsoft.com/office/drawing/2014/main" id="{77287D0B-0657-70A4-E1F8-5BBE0516C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51513" y="3951169"/>
            <a:ext cx="14159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19" name="Line 110">
            <a:extLst>
              <a:ext uri="{FF2B5EF4-FFF2-40B4-BE49-F238E27FC236}">
                <a16:creationId xmlns:a16="http://schemas.microsoft.com/office/drawing/2014/main" id="{68026D66-1F8B-5339-137E-459613FC8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5" y="5051122"/>
            <a:ext cx="0" cy="2207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20" name="Line 8">
            <a:extLst>
              <a:ext uri="{FF2B5EF4-FFF2-40B4-BE49-F238E27FC236}">
                <a16:creationId xmlns:a16="http://schemas.microsoft.com/office/drawing/2014/main" id="{F70B2A6A-D9FE-776F-8BC3-9251F0BBC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5" y="5268566"/>
            <a:ext cx="162833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21" name="Line 9">
            <a:extLst>
              <a:ext uri="{FF2B5EF4-FFF2-40B4-BE49-F238E27FC236}">
                <a16:creationId xmlns:a16="http://schemas.microsoft.com/office/drawing/2014/main" id="{5EE7C98F-09A8-7C20-9EA5-579D3E5AB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4717" y="5268566"/>
            <a:ext cx="160210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22" name="AutoShape 67">
            <a:extLst>
              <a:ext uri="{FF2B5EF4-FFF2-40B4-BE49-F238E27FC236}">
                <a16:creationId xmlns:a16="http://schemas.microsoft.com/office/drawing/2014/main" id="{EE0C2908-A9F9-BEA9-0021-D431573C740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299075" y="5004310"/>
            <a:ext cx="527012" cy="220622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23" name="Rectangle 70">
            <a:extLst>
              <a:ext uri="{FF2B5EF4-FFF2-40B4-BE49-F238E27FC236}">
                <a16:creationId xmlns:a16="http://schemas.microsoft.com/office/drawing/2014/main" id="{220F0775-F2E2-7078-E25B-BCB013854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285" y="4842130"/>
            <a:ext cx="110574" cy="564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9047" tIns="26984" rIns="19047" bIns="26984"/>
          <a:lstStyle/>
          <a:p>
            <a:pPr eaLnBrk="0" fontAlgn="base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0</a:t>
            </a:r>
          </a:p>
          <a:p>
            <a:pPr eaLnBrk="0" fontAlgn="base" hangingPunc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20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924" name="Line 10">
            <a:extLst>
              <a:ext uri="{FF2B5EF4-FFF2-40B4-BE49-F238E27FC236}">
                <a16:creationId xmlns:a16="http://schemas.microsoft.com/office/drawing/2014/main" id="{A7A6F322-ACDA-828D-A863-00B187F32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9498" y="5051121"/>
            <a:ext cx="2006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25" name="Line 153">
            <a:extLst>
              <a:ext uri="{FF2B5EF4-FFF2-40B4-BE49-F238E27FC236}">
                <a16:creationId xmlns:a16="http://schemas.microsoft.com/office/drawing/2014/main" id="{EC72DE3B-46A1-6770-7BF9-760DF627D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1590" y="2462274"/>
            <a:ext cx="312768" cy="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26" name="Line 158">
            <a:extLst>
              <a:ext uri="{FF2B5EF4-FFF2-40B4-BE49-F238E27FC236}">
                <a16:creationId xmlns:a16="http://schemas.microsoft.com/office/drawing/2014/main" id="{2DCA0511-59B2-7314-427A-A8B40DD73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0629" y="2460861"/>
            <a:ext cx="0" cy="109724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27" name="Text Box 30">
            <a:extLst>
              <a:ext uri="{FF2B5EF4-FFF2-40B4-BE49-F238E27FC236}">
                <a16:creationId xmlns:a16="http://schemas.microsoft.com/office/drawing/2014/main" id="{9006FEF8-3343-FDB9-2678-D46EC4F4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6383" y="2928859"/>
            <a:ext cx="5004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0000"/>
                </a:solidFill>
                <a:latin typeface="Arial" pitchFamily="34" charset="0"/>
                <a:ea typeface="SimHei" panose="02010609060101010101" pitchFamily="49" charset="-122"/>
              </a:rPr>
              <a:t>Zero</a:t>
            </a:r>
          </a:p>
        </p:txBody>
      </p:sp>
      <p:sp>
        <p:nvSpPr>
          <p:cNvPr id="928" name="流程图: 延期 927">
            <a:extLst>
              <a:ext uri="{FF2B5EF4-FFF2-40B4-BE49-F238E27FC236}">
                <a16:creationId xmlns:a16="http://schemas.microsoft.com/office/drawing/2014/main" id="{4E6F093C-10CF-F99D-479A-85A14C8AB565}"/>
              </a:ext>
            </a:extLst>
          </p:cNvPr>
          <p:cNvSpPr/>
          <p:nvPr/>
        </p:nvSpPr>
        <p:spPr>
          <a:xfrm rot="16200000">
            <a:off x="8597458" y="1609121"/>
            <a:ext cx="384834" cy="355717"/>
          </a:xfrm>
          <a:prstGeom prst="flowChartDelay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/>
              <a:ea typeface="SimHei" panose="02010609060101010101" pitchFamily="49" charset="-122"/>
            </a:endParaRPr>
          </a:p>
        </p:txBody>
      </p:sp>
      <p:sp>
        <p:nvSpPr>
          <p:cNvPr id="929" name="Line 124">
            <a:extLst>
              <a:ext uri="{FF2B5EF4-FFF2-40B4-BE49-F238E27FC236}">
                <a16:creationId xmlns:a16="http://schemas.microsoft.com/office/drawing/2014/main" id="{CED32787-C7FD-40B9-9A35-2190ACA390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1985" y="1982781"/>
            <a:ext cx="0" cy="115222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30" name="Line 124">
            <a:extLst>
              <a:ext uri="{FF2B5EF4-FFF2-40B4-BE49-F238E27FC236}">
                <a16:creationId xmlns:a16="http://schemas.microsoft.com/office/drawing/2014/main" id="{63AD4BE0-215B-EBA6-34B8-2F27AF95B7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65420" y="1978731"/>
            <a:ext cx="0" cy="250376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31" name="Text Box 30">
            <a:extLst>
              <a:ext uri="{FF2B5EF4-FFF2-40B4-BE49-F238E27FC236}">
                <a16:creationId xmlns:a16="http://schemas.microsoft.com/office/drawing/2014/main" id="{675C9CBB-5AE7-38B1-F240-29B48F068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1565" y="2107114"/>
            <a:ext cx="670346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B050"/>
                </a:solidFill>
                <a:latin typeface="Arial" pitchFamily="34" charset="0"/>
                <a:ea typeface="SimHei" panose="02010609060101010101" pitchFamily="49" charset="-122"/>
              </a:rPr>
              <a:t>Branch</a:t>
            </a:r>
          </a:p>
        </p:txBody>
      </p:sp>
      <p:sp>
        <p:nvSpPr>
          <p:cNvPr id="932" name="Line 153">
            <a:extLst>
              <a:ext uri="{FF2B5EF4-FFF2-40B4-BE49-F238E27FC236}">
                <a16:creationId xmlns:a16="http://schemas.microsoft.com/office/drawing/2014/main" id="{29C421EB-B0F1-907B-0BB5-8A8961FA1C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46769" y="2876182"/>
            <a:ext cx="0" cy="231357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33" name="Text Box 30">
            <a:extLst>
              <a:ext uri="{FF2B5EF4-FFF2-40B4-BE49-F238E27FC236}">
                <a16:creationId xmlns:a16="http://schemas.microsoft.com/office/drawing/2014/main" id="{3D5919E0-3F98-3C67-00C8-D7613C51A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449" y="2737306"/>
            <a:ext cx="65957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 err="1">
                <a:solidFill>
                  <a:srgbClr val="00B050"/>
                </a:solidFill>
                <a:latin typeface="Arial" pitchFamily="34" charset="0"/>
                <a:ea typeface="SimHei" panose="02010609060101010101" pitchFamily="49" charset="-122"/>
              </a:rPr>
              <a:t>RegWr</a:t>
            </a:r>
            <a:endParaRPr lang="en-US" altLang="zh-CN" sz="1200" b="0" dirty="0">
              <a:solidFill>
                <a:srgbClr val="00B050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934" name="Line 153">
            <a:extLst>
              <a:ext uri="{FF2B5EF4-FFF2-40B4-BE49-F238E27FC236}">
                <a16:creationId xmlns:a16="http://schemas.microsoft.com/office/drawing/2014/main" id="{D6301E31-CBBD-1821-062D-76FCFDA348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91595" y="1357840"/>
            <a:ext cx="0" cy="236722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35" name="Line 153">
            <a:extLst>
              <a:ext uri="{FF2B5EF4-FFF2-40B4-BE49-F238E27FC236}">
                <a16:creationId xmlns:a16="http://schemas.microsoft.com/office/drawing/2014/main" id="{A0CDB7C5-F573-AE98-C4EB-AD773C718C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4296" y="1357838"/>
            <a:ext cx="6195579" cy="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36" name="Line 153">
            <a:extLst>
              <a:ext uri="{FF2B5EF4-FFF2-40B4-BE49-F238E27FC236}">
                <a16:creationId xmlns:a16="http://schemas.microsoft.com/office/drawing/2014/main" id="{70E26787-4777-130D-0093-3FB99058DC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4295" y="1357838"/>
            <a:ext cx="0" cy="162025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37" name="Text Box 30">
            <a:extLst>
              <a:ext uri="{FF2B5EF4-FFF2-40B4-BE49-F238E27FC236}">
                <a16:creationId xmlns:a16="http://schemas.microsoft.com/office/drawing/2014/main" id="{298AF4B0-D313-1CB7-B6E4-B991E00E4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1950" y="1139507"/>
            <a:ext cx="62866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 err="1">
                <a:solidFill>
                  <a:srgbClr val="00B050"/>
                </a:solidFill>
                <a:latin typeface="Arial" pitchFamily="34" charset="0"/>
                <a:ea typeface="SimHei" panose="02010609060101010101" pitchFamily="49" charset="-122"/>
              </a:rPr>
              <a:t>PCSrc</a:t>
            </a:r>
            <a:endParaRPr lang="en-US" altLang="zh-CN" sz="1200" b="0" dirty="0">
              <a:solidFill>
                <a:srgbClr val="00B050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938" name="Line 153">
            <a:extLst>
              <a:ext uri="{FF2B5EF4-FFF2-40B4-BE49-F238E27FC236}">
                <a16:creationId xmlns:a16="http://schemas.microsoft.com/office/drawing/2014/main" id="{0A7ED92D-1CF6-EDA4-A640-EB12388370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8193" y="4842131"/>
            <a:ext cx="0" cy="84457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39" name="Text Box 30">
            <a:extLst>
              <a:ext uri="{FF2B5EF4-FFF2-40B4-BE49-F238E27FC236}">
                <a16:creationId xmlns:a16="http://schemas.microsoft.com/office/drawing/2014/main" id="{FDC921CB-5E7D-DFAA-31A2-CF3AB5A26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976" y="4646033"/>
            <a:ext cx="695994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 err="1">
                <a:solidFill>
                  <a:srgbClr val="00B050"/>
                </a:solidFill>
                <a:latin typeface="Arial" pitchFamily="34" charset="0"/>
                <a:ea typeface="SimHei" panose="02010609060101010101" pitchFamily="49" charset="-122"/>
              </a:rPr>
              <a:t>RegDst</a:t>
            </a:r>
            <a:endParaRPr lang="en-US" altLang="zh-CN" sz="1200" b="0" dirty="0">
              <a:solidFill>
                <a:srgbClr val="00B050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940" name="Line 153">
            <a:extLst>
              <a:ext uri="{FF2B5EF4-FFF2-40B4-BE49-F238E27FC236}">
                <a16:creationId xmlns:a16="http://schemas.microsoft.com/office/drawing/2014/main" id="{96B725CD-2CD7-3B6A-877E-8EC817E8CC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33169" y="4309516"/>
            <a:ext cx="0" cy="288684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41" name="Line 153">
            <a:extLst>
              <a:ext uri="{FF2B5EF4-FFF2-40B4-BE49-F238E27FC236}">
                <a16:creationId xmlns:a16="http://schemas.microsoft.com/office/drawing/2014/main" id="{0B37D35F-6708-80D5-0AEB-13300BE43D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87235" y="4323104"/>
            <a:ext cx="0" cy="288684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42" name="Text Box 30">
            <a:extLst>
              <a:ext uri="{FF2B5EF4-FFF2-40B4-BE49-F238E27FC236}">
                <a16:creationId xmlns:a16="http://schemas.microsoft.com/office/drawing/2014/main" id="{99289212-9B14-387A-972F-1609FBDD2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6383" y="4516988"/>
            <a:ext cx="891560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 err="1">
                <a:solidFill>
                  <a:srgbClr val="00B050"/>
                </a:solidFill>
                <a:latin typeface="Arial" pitchFamily="34" charset="0"/>
                <a:ea typeface="SimHei" panose="02010609060101010101" pitchFamily="49" charset="-122"/>
              </a:rPr>
              <a:t>MemRead</a:t>
            </a:r>
            <a:endParaRPr lang="en-US" altLang="zh-CN" sz="1200" b="0" dirty="0">
              <a:solidFill>
                <a:srgbClr val="00B050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943" name="Text Box 30">
            <a:extLst>
              <a:ext uri="{FF2B5EF4-FFF2-40B4-BE49-F238E27FC236}">
                <a16:creationId xmlns:a16="http://schemas.microsoft.com/office/drawing/2014/main" id="{A3AF5E98-DEA5-E668-9C37-D416213B3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468" y="4518594"/>
            <a:ext cx="72048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 err="1">
                <a:solidFill>
                  <a:srgbClr val="00B050"/>
                </a:solidFill>
                <a:latin typeface="Arial" pitchFamily="34" charset="0"/>
                <a:ea typeface="SimHei" panose="02010609060101010101" pitchFamily="49" charset="-122"/>
              </a:rPr>
              <a:t>MemWr</a:t>
            </a:r>
            <a:endParaRPr lang="en-US" altLang="zh-CN" sz="1200" b="0" dirty="0">
              <a:solidFill>
                <a:srgbClr val="00B050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944" name="Line 153">
            <a:extLst>
              <a:ext uri="{FF2B5EF4-FFF2-40B4-BE49-F238E27FC236}">
                <a16:creationId xmlns:a16="http://schemas.microsoft.com/office/drawing/2014/main" id="{CFD965DB-4E29-C6A1-3280-391949A7FA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45317" y="3471984"/>
            <a:ext cx="0" cy="288684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45" name="Text Box 30">
            <a:extLst>
              <a:ext uri="{FF2B5EF4-FFF2-40B4-BE49-F238E27FC236}">
                <a16:creationId xmlns:a16="http://schemas.microsoft.com/office/drawing/2014/main" id="{251E8BBD-E9C8-C67D-6D85-216B04B76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4745" y="3297911"/>
            <a:ext cx="934841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 err="1">
                <a:solidFill>
                  <a:srgbClr val="00B050"/>
                </a:solidFill>
                <a:latin typeface="Arial" pitchFamily="34" charset="0"/>
                <a:ea typeface="SimHei" panose="02010609060101010101" pitchFamily="49" charset="-122"/>
              </a:rPr>
              <a:t>MemtoReg</a:t>
            </a:r>
            <a:endParaRPr lang="en-US" altLang="zh-CN" sz="1200" b="0" dirty="0">
              <a:solidFill>
                <a:srgbClr val="00B050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946" name="Line 153">
            <a:extLst>
              <a:ext uri="{FF2B5EF4-FFF2-40B4-BE49-F238E27FC236}">
                <a16:creationId xmlns:a16="http://schemas.microsoft.com/office/drawing/2014/main" id="{50C60493-BB86-D8A5-05EF-234742DDF9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9520" y="4155311"/>
            <a:ext cx="0" cy="167792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47" name="Text Box 30">
            <a:extLst>
              <a:ext uri="{FF2B5EF4-FFF2-40B4-BE49-F238E27FC236}">
                <a16:creationId xmlns:a16="http://schemas.microsoft.com/office/drawing/2014/main" id="{00E20322-6556-3CC9-8E18-684F4C664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5659" y="4272204"/>
            <a:ext cx="687979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 err="1">
                <a:solidFill>
                  <a:srgbClr val="00B050"/>
                </a:solidFill>
                <a:latin typeface="Arial" pitchFamily="34" charset="0"/>
                <a:ea typeface="SimHei" panose="02010609060101010101" pitchFamily="49" charset="-122"/>
              </a:rPr>
              <a:t>ALUOp</a:t>
            </a:r>
            <a:endParaRPr lang="en-US" altLang="zh-CN" sz="1200" b="0" dirty="0">
              <a:solidFill>
                <a:srgbClr val="00B050"/>
              </a:solidFill>
              <a:latin typeface="Arial" pitchFamily="34" charset="0"/>
              <a:ea typeface="SimHei" panose="02010609060101010101" pitchFamily="49" charset="-122"/>
            </a:endParaRPr>
          </a:p>
        </p:txBody>
      </p:sp>
      <p:sp>
        <p:nvSpPr>
          <p:cNvPr id="948" name="Line 153">
            <a:extLst>
              <a:ext uri="{FF2B5EF4-FFF2-40B4-BE49-F238E27FC236}">
                <a16:creationId xmlns:a16="http://schemas.microsoft.com/office/drawing/2014/main" id="{9D886DA7-E37B-1E89-F167-25FD046A4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8306" y="1964742"/>
            <a:ext cx="566407" cy="0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49" name="Line 158">
            <a:extLst>
              <a:ext uri="{FF2B5EF4-FFF2-40B4-BE49-F238E27FC236}">
                <a16:creationId xmlns:a16="http://schemas.microsoft.com/office/drawing/2014/main" id="{ED01B0BA-662C-71CF-4EF0-A843E13BB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4711" y="1964742"/>
            <a:ext cx="0" cy="102598"/>
          </a:xfrm>
          <a:prstGeom prst="line">
            <a:avLst/>
          </a:prstGeom>
          <a:noFill/>
          <a:ln w="1270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50" name="AutoShape 67">
            <a:extLst>
              <a:ext uri="{FF2B5EF4-FFF2-40B4-BE49-F238E27FC236}">
                <a16:creationId xmlns:a16="http://schemas.microsoft.com/office/drawing/2014/main" id="{07A1A08B-85B3-0155-A3BE-7D3164A8804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249087" y="3395572"/>
            <a:ext cx="647031" cy="212392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51" name="Line 109">
            <a:extLst>
              <a:ext uri="{FF2B5EF4-FFF2-40B4-BE49-F238E27FC236}">
                <a16:creationId xmlns:a16="http://schemas.microsoft.com/office/drawing/2014/main" id="{342F8C22-97AB-876E-9345-5EF5D6AC1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8969" y="4792309"/>
            <a:ext cx="85402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52" name="Line 110">
            <a:extLst>
              <a:ext uri="{FF2B5EF4-FFF2-40B4-BE49-F238E27FC236}">
                <a16:creationId xmlns:a16="http://schemas.microsoft.com/office/drawing/2014/main" id="{08DE6EEA-52F8-EC88-0BE6-CC99A915A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2995" y="4409474"/>
            <a:ext cx="0" cy="39060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53" name="AutoShape 67">
            <a:extLst>
              <a:ext uri="{FF2B5EF4-FFF2-40B4-BE49-F238E27FC236}">
                <a16:creationId xmlns:a16="http://schemas.microsoft.com/office/drawing/2014/main" id="{354D6C9B-6EDE-32F8-5702-6AC3DA83C1B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251405" y="4105318"/>
            <a:ext cx="647031" cy="212392"/>
          </a:xfrm>
          <a:custGeom>
            <a:avLst/>
            <a:gdLst>
              <a:gd name="T0" fmla="*/ 9 w 21600"/>
              <a:gd name="T1" fmla="*/ 0 h 21600"/>
              <a:gd name="T2" fmla="*/ 5 w 21600"/>
              <a:gd name="T3" fmla="*/ 1 h 21600"/>
              <a:gd name="T4" fmla="*/ 1 w 21600"/>
              <a:gd name="T5" fmla="*/ 0 h 21600"/>
              <a:gd name="T6" fmla="*/ 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54" name="Line 115">
            <a:extLst>
              <a:ext uri="{FF2B5EF4-FFF2-40B4-BE49-F238E27FC236}">
                <a16:creationId xmlns:a16="http://schemas.microsoft.com/office/drawing/2014/main" id="{E00AC786-7DBD-ADAA-109E-327961855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8396" y="4742554"/>
            <a:ext cx="0" cy="856297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55" name="Line 113">
            <a:extLst>
              <a:ext uri="{FF2B5EF4-FFF2-40B4-BE49-F238E27FC236}">
                <a16:creationId xmlns:a16="http://schemas.microsoft.com/office/drawing/2014/main" id="{B7913B76-09DD-0F13-7F8A-F0C38C3B71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9330" y="5598850"/>
            <a:ext cx="2072880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56" name="Line 115">
            <a:extLst>
              <a:ext uri="{FF2B5EF4-FFF2-40B4-BE49-F238E27FC236}">
                <a16:creationId xmlns:a16="http://schemas.microsoft.com/office/drawing/2014/main" id="{AB2EA0F4-D82B-BA24-74DF-771F67542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5226" y="3471984"/>
            <a:ext cx="0" cy="2126866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57" name="Line 115">
            <a:extLst>
              <a:ext uri="{FF2B5EF4-FFF2-40B4-BE49-F238E27FC236}">
                <a16:creationId xmlns:a16="http://schemas.microsoft.com/office/drawing/2014/main" id="{2C7982F5-8CE8-12E6-9366-4F90DF9C3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1528" y="3686337"/>
            <a:ext cx="0" cy="1814565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58" name="Line 113">
            <a:extLst>
              <a:ext uri="{FF2B5EF4-FFF2-40B4-BE49-F238E27FC236}">
                <a16:creationId xmlns:a16="http://schemas.microsoft.com/office/drawing/2014/main" id="{9ED040FD-FE92-480E-5088-602678421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3756" y="3472062"/>
            <a:ext cx="430050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59" name="Line 113">
            <a:extLst>
              <a:ext uri="{FF2B5EF4-FFF2-40B4-BE49-F238E27FC236}">
                <a16:creationId xmlns:a16="http://schemas.microsoft.com/office/drawing/2014/main" id="{5387D9EF-BF90-C90F-E9FA-817B27A900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5684" y="3692355"/>
            <a:ext cx="268121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60" name="Line 113">
            <a:extLst>
              <a:ext uri="{FF2B5EF4-FFF2-40B4-BE49-F238E27FC236}">
                <a16:creationId xmlns:a16="http://schemas.microsoft.com/office/drawing/2014/main" id="{FC016F76-C076-9672-DD1A-170E2947F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1757" y="4238320"/>
            <a:ext cx="422050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61" name="Line 113">
            <a:extLst>
              <a:ext uri="{FF2B5EF4-FFF2-40B4-BE49-F238E27FC236}">
                <a16:creationId xmlns:a16="http://schemas.microsoft.com/office/drawing/2014/main" id="{169CD03C-1242-2720-131D-F2A932E15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9574" y="4458613"/>
            <a:ext cx="254232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62" name="Line 113">
            <a:extLst>
              <a:ext uri="{FF2B5EF4-FFF2-40B4-BE49-F238E27FC236}">
                <a16:creationId xmlns:a16="http://schemas.microsoft.com/office/drawing/2014/main" id="{0E61789C-15DC-3676-C940-6CDEF3B3B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1116" y="4132471"/>
            <a:ext cx="230672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63" name="Line 113">
            <a:extLst>
              <a:ext uri="{FF2B5EF4-FFF2-40B4-BE49-F238E27FC236}">
                <a16:creationId xmlns:a16="http://schemas.microsoft.com/office/drawing/2014/main" id="{02C1EC1A-AD32-BFBE-CD67-15FEAA2535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8797" y="3478808"/>
            <a:ext cx="566172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64" name="椭圆 963">
            <a:extLst>
              <a:ext uri="{FF2B5EF4-FFF2-40B4-BE49-F238E27FC236}">
                <a16:creationId xmlns:a16="http://schemas.microsoft.com/office/drawing/2014/main" id="{2CE88986-4B2C-4987-5EC2-EC0172563AB0}"/>
              </a:ext>
            </a:extLst>
          </p:cNvPr>
          <p:cNvSpPr/>
          <p:nvPr/>
        </p:nvSpPr>
        <p:spPr>
          <a:xfrm>
            <a:off x="8066279" y="4758188"/>
            <a:ext cx="65862" cy="658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65" name="椭圆 964">
            <a:extLst>
              <a:ext uri="{FF2B5EF4-FFF2-40B4-BE49-F238E27FC236}">
                <a16:creationId xmlns:a16="http://schemas.microsoft.com/office/drawing/2014/main" id="{D1A01A1E-045C-F778-725C-B6F57698A2A9}"/>
              </a:ext>
            </a:extLst>
          </p:cNvPr>
          <p:cNvSpPr/>
          <p:nvPr/>
        </p:nvSpPr>
        <p:spPr>
          <a:xfrm>
            <a:off x="6164613" y="5473990"/>
            <a:ext cx="65862" cy="658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66" name="椭圆 965">
            <a:extLst>
              <a:ext uri="{FF2B5EF4-FFF2-40B4-BE49-F238E27FC236}">
                <a16:creationId xmlns:a16="http://schemas.microsoft.com/office/drawing/2014/main" id="{112E29C4-1092-8F85-0DEE-18F9415F2E06}"/>
              </a:ext>
            </a:extLst>
          </p:cNvPr>
          <p:cNvSpPr/>
          <p:nvPr/>
        </p:nvSpPr>
        <p:spPr>
          <a:xfrm>
            <a:off x="5914629" y="4758188"/>
            <a:ext cx="65862" cy="658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67" name="椭圆 966">
            <a:extLst>
              <a:ext uri="{FF2B5EF4-FFF2-40B4-BE49-F238E27FC236}">
                <a16:creationId xmlns:a16="http://schemas.microsoft.com/office/drawing/2014/main" id="{3B88C3E3-1681-0B4A-CE2D-62184FF89125}"/>
              </a:ext>
            </a:extLst>
          </p:cNvPr>
          <p:cNvSpPr/>
          <p:nvPr/>
        </p:nvSpPr>
        <p:spPr>
          <a:xfrm>
            <a:off x="3549481" y="2624173"/>
            <a:ext cx="65862" cy="658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68" name="椭圆 967">
            <a:extLst>
              <a:ext uri="{FF2B5EF4-FFF2-40B4-BE49-F238E27FC236}">
                <a16:creationId xmlns:a16="http://schemas.microsoft.com/office/drawing/2014/main" id="{42D26528-E40A-80C6-EC49-571F5E16E813}"/>
              </a:ext>
            </a:extLst>
          </p:cNvPr>
          <p:cNvSpPr/>
          <p:nvPr/>
        </p:nvSpPr>
        <p:spPr>
          <a:xfrm>
            <a:off x="2206399" y="3724129"/>
            <a:ext cx="65862" cy="658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69" name="Oval 144">
            <a:extLst>
              <a:ext uri="{FF2B5EF4-FFF2-40B4-BE49-F238E27FC236}">
                <a16:creationId xmlns:a16="http://schemas.microsoft.com/office/drawing/2014/main" id="{DF4AA3B0-2833-F896-E885-E70BF276C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659" y="5778139"/>
            <a:ext cx="855341" cy="587588"/>
          </a:xfrm>
          <a:prstGeom prst="ellips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800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Forwarding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Unit</a:t>
            </a:r>
            <a:endParaRPr lang="zh-CN" altLang="en-US" sz="1200" dirty="0">
              <a:solidFill>
                <a:srgbClr val="C0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70" name="Line 115">
            <a:extLst>
              <a:ext uri="{FF2B5EF4-FFF2-40B4-BE49-F238E27FC236}">
                <a16:creationId xmlns:a16="http://schemas.microsoft.com/office/drawing/2014/main" id="{1FF4223F-84E2-5188-E430-2148ED734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6452" y="5051122"/>
            <a:ext cx="0" cy="865758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71" name="Line 113">
            <a:extLst>
              <a:ext uri="{FF2B5EF4-FFF2-40B4-BE49-F238E27FC236}">
                <a16:creationId xmlns:a16="http://schemas.microsoft.com/office/drawing/2014/main" id="{840DCF31-6DD5-501B-5766-23C246DF2A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8645" y="5916880"/>
            <a:ext cx="1467806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72" name="Line 115">
            <a:extLst>
              <a:ext uri="{FF2B5EF4-FFF2-40B4-BE49-F238E27FC236}">
                <a16:creationId xmlns:a16="http://schemas.microsoft.com/office/drawing/2014/main" id="{20F62594-F75B-5F44-F353-7F2AFC018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8324" y="5709985"/>
            <a:ext cx="0" cy="444478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73" name="Line 113">
            <a:extLst>
              <a:ext uri="{FF2B5EF4-FFF2-40B4-BE49-F238E27FC236}">
                <a16:creationId xmlns:a16="http://schemas.microsoft.com/office/drawing/2014/main" id="{BBDADEF2-1930-7026-40D2-689536F10AC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7893" y="6154465"/>
            <a:ext cx="1860433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74" name="椭圆 973">
            <a:extLst>
              <a:ext uri="{FF2B5EF4-FFF2-40B4-BE49-F238E27FC236}">
                <a16:creationId xmlns:a16="http://schemas.microsoft.com/office/drawing/2014/main" id="{C6D34CAA-F888-406A-2E76-77FC78AF6710}"/>
              </a:ext>
            </a:extLst>
          </p:cNvPr>
          <p:cNvSpPr/>
          <p:nvPr/>
        </p:nvSpPr>
        <p:spPr>
          <a:xfrm>
            <a:off x="9835905" y="5675960"/>
            <a:ext cx="65862" cy="6586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75" name="椭圆 974">
            <a:extLst>
              <a:ext uri="{FF2B5EF4-FFF2-40B4-BE49-F238E27FC236}">
                <a16:creationId xmlns:a16="http://schemas.microsoft.com/office/drawing/2014/main" id="{CA68F09A-20A6-C9FC-7F3C-93F1466AFBA8}"/>
              </a:ext>
            </a:extLst>
          </p:cNvPr>
          <p:cNvSpPr/>
          <p:nvPr/>
        </p:nvSpPr>
        <p:spPr>
          <a:xfrm>
            <a:off x="9383883" y="5018190"/>
            <a:ext cx="65862" cy="6586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76" name="椭圆 975">
            <a:extLst>
              <a:ext uri="{FF2B5EF4-FFF2-40B4-BE49-F238E27FC236}">
                <a16:creationId xmlns:a16="http://schemas.microsoft.com/office/drawing/2014/main" id="{78D239A9-2636-1935-F347-28B98AD38962}"/>
              </a:ext>
            </a:extLst>
          </p:cNvPr>
          <p:cNvSpPr/>
          <p:nvPr/>
        </p:nvSpPr>
        <p:spPr>
          <a:xfrm>
            <a:off x="6000798" y="4208823"/>
            <a:ext cx="65862" cy="658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77" name="椭圆 976">
            <a:extLst>
              <a:ext uri="{FF2B5EF4-FFF2-40B4-BE49-F238E27FC236}">
                <a16:creationId xmlns:a16="http://schemas.microsoft.com/office/drawing/2014/main" id="{C6C466FE-7AC2-C4A2-F142-03063383600C}"/>
              </a:ext>
            </a:extLst>
          </p:cNvPr>
          <p:cNvSpPr/>
          <p:nvPr/>
        </p:nvSpPr>
        <p:spPr>
          <a:xfrm>
            <a:off x="6165272" y="4431271"/>
            <a:ext cx="65862" cy="65862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78" name="文本框 977">
            <a:extLst>
              <a:ext uri="{FF2B5EF4-FFF2-40B4-BE49-F238E27FC236}">
                <a16:creationId xmlns:a16="http://schemas.microsoft.com/office/drawing/2014/main" id="{DFD06C38-E4C8-86D0-7574-38AF05D52657}"/>
              </a:ext>
            </a:extLst>
          </p:cNvPr>
          <p:cNvSpPr txBox="1"/>
          <p:nvPr/>
        </p:nvSpPr>
        <p:spPr>
          <a:xfrm>
            <a:off x="7939850" y="5740423"/>
            <a:ext cx="1393085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EX/</a:t>
            </a:r>
            <a:r>
              <a:rPr lang="en-US" altLang="zh-CN" sz="1100" dirty="0" err="1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MEM.RegWrAddr</a:t>
            </a:r>
            <a:endParaRPr lang="zh-CN" altLang="en-US" sz="1100" dirty="0">
              <a:solidFill>
                <a:srgbClr val="C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79" name="文本框 978">
            <a:extLst>
              <a:ext uri="{FF2B5EF4-FFF2-40B4-BE49-F238E27FC236}">
                <a16:creationId xmlns:a16="http://schemas.microsoft.com/office/drawing/2014/main" id="{71010708-5C7A-1AD6-AA51-63AF9375FF5C}"/>
              </a:ext>
            </a:extLst>
          </p:cNvPr>
          <p:cNvSpPr txBox="1"/>
          <p:nvPr/>
        </p:nvSpPr>
        <p:spPr>
          <a:xfrm>
            <a:off x="8359792" y="5983382"/>
            <a:ext cx="1393085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MEM/</a:t>
            </a:r>
            <a:r>
              <a:rPr lang="en-US" altLang="zh-CN" sz="1100" dirty="0" err="1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WB.RegWrAddr</a:t>
            </a:r>
            <a:endParaRPr lang="zh-CN" altLang="en-US" sz="1100" dirty="0">
              <a:solidFill>
                <a:srgbClr val="C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80" name="Line 8">
            <a:extLst>
              <a:ext uri="{FF2B5EF4-FFF2-40B4-BE49-F238E27FC236}">
                <a16:creationId xmlns:a16="http://schemas.microsoft.com/office/drawing/2014/main" id="{B2DD2310-0550-0537-A3FB-84DD62B8B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47" y="5390808"/>
            <a:ext cx="163787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81" name="Line 9">
            <a:extLst>
              <a:ext uri="{FF2B5EF4-FFF2-40B4-BE49-F238E27FC236}">
                <a16:creationId xmlns:a16="http://schemas.microsoft.com/office/drawing/2014/main" id="{B2C1BD65-0A88-91F1-D376-E67931FDD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5179" y="5390808"/>
            <a:ext cx="569532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82" name="Line 110">
            <a:extLst>
              <a:ext uri="{FF2B5EF4-FFF2-40B4-BE49-F238E27FC236}">
                <a16:creationId xmlns:a16="http://schemas.microsoft.com/office/drawing/2014/main" id="{8066B5A2-742C-7578-5065-DEE92D1BC6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5" y="5268566"/>
            <a:ext cx="0" cy="12224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83" name="Line 115">
            <a:extLst>
              <a:ext uri="{FF2B5EF4-FFF2-40B4-BE49-F238E27FC236}">
                <a16:creationId xmlns:a16="http://schemas.microsoft.com/office/drawing/2014/main" id="{02EF64DB-64C1-5886-CC88-DD6B30C35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4711" y="5390809"/>
            <a:ext cx="0" cy="853077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84" name="Line 113">
            <a:extLst>
              <a:ext uri="{FF2B5EF4-FFF2-40B4-BE49-F238E27FC236}">
                <a16:creationId xmlns:a16="http://schemas.microsoft.com/office/drawing/2014/main" id="{60C8B868-29D2-C498-C0B0-D314CE1AB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7689" y="6243886"/>
            <a:ext cx="837281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69511425-3271-895C-F19A-8C06354B5EA6}"/>
              </a:ext>
            </a:extLst>
          </p:cNvPr>
          <p:cNvSpPr txBox="1"/>
          <p:nvPr/>
        </p:nvSpPr>
        <p:spPr>
          <a:xfrm>
            <a:off x="6508752" y="6079977"/>
            <a:ext cx="66093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ID/EX.Rs</a:t>
            </a:r>
            <a:endParaRPr lang="zh-CN" altLang="en-US" sz="1100" dirty="0">
              <a:solidFill>
                <a:srgbClr val="C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86" name="Line 115">
            <a:extLst>
              <a:ext uri="{FF2B5EF4-FFF2-40B4-BE49-F238E27FC236}">
                <a16:creationId xmlns:a16="http://schemas.microsoft.com/office/drawing/2014/main" id="{BC30C34A-06AD-ABDD-A9AC-789577A82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699" y="5047452"/>
            <a:ext cx="0" cy="853077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87" name="Line 113">
            <a:extLst>
              <a:ext uri="{FF2B5EF4-FFF2-40B4-BE49-F238E27FC236}">
                <a16:creationId xmlns:a16="http://schemas.microsoft.com/office/drawing/2014/main" id="{B452EDCB-5662-1887-E1E1-6F66E9882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1202" y="5898152"/>
            <a:ext cx="763769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88" name="文本框 987">
            <a:extLst>
              <a:ext uri="{FF2B5EF4-FFF2-40B4-BE49-F238E27FC236}">
                <a16:creationId xmlns:a16="http://schemas.microsoft.com/office/drawing/2014/main" id="{409CA66C-8ADF-F968-2B6A-996055A7A8AC}"/>
              </a:ext>
            </a:extLst>
          </p:cNvPr>
          <p:cNvSpPr txBox="1"/>
          <p:nvPr/>
        </p:nvSpPr>
        <p:spPr>
          <a:xfrm>
            <a:off x="6501728" y="5749380"/>
            <a:ext cx="66093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ID/</a:t>
            </a:r>
            <a:r>
              <a:rPr lang="en-US" altLang="zh-CN" sz="1100" dirty="0" err="1">
                <a:solidFill>
                  <a:srgbClr val="C0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EX.Rt</a:t>
            </a:r>
            <a:endParaRPr lang="zh-CN" altLang="en-US" sz="1100" dirty="0">
              <a:solidFill>
                <a:srgbClr val="C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89" name="椭圆 988">
            <a:extLst>
              <a:ext uri="{FF2B5EF4-FFF2-40B4-BE49-F238E27FC236}">
                <a16:creationId xmlns:a16="http://schemas.microsoft.com/office/drawing/2014/main" id="{ED040543-07B8-DEF9-3B3C-358B65DA46CB}"/>
              </a:ext>
            </a:extLst>
          </p:cNvPr>
          <p:cNvSpPr/>
          <p:nvPr/>
        </p:nvSpPr>
        <p:spPr>
          <a:xfrm>
            <a:off x="6456088" y="5020483"/>
            <a:ext cx="65862" cy="6586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90" name="Line 113">
            <a:extLst>
              <a:ext uri="{FF2B5EF4-FFF2-40B4-BE49-F238E27FC236}">
                <a16:creationId xmlns:a16="http://schemas.microsoft.com/office/drawing/2014/main" id="{4DF5D067-7F18-E595-C8EB-5DA4D9058A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69328" y="4456279"/>
            <a:ext cx="801455" cy="1371966"/>
          </a:xfrm>
          <a:prstGeom prst="line">
            <a:avLst/>
          </a:prstGeom>
          <a:noFill/>
          <a:ln w="19050">
            <a:solidFill>
              <a:srgbClr val="C00000"/>
            </a:solidFill>
            <a:prstDash val="dash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  <p:sp>
        <p:nvSpPr>
          <p:cNvPr id="992" name="Text Box 119">
            <a:extLst>
              <a:ext uri="{FF2B5EF4-FFF2-40B4-BE49-F238E27FC236}">
                <a16:creationId xmlns:a16="http://schemas.microsoft.com/office/drawing/2014/main" id="{4F91B474-D906-7570-7BD6-8D57BD55D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678" y="3349037"/>
            <a:ext cx="2872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B0F0"/>
                </a:solidFill>
                <a:latin typeface="Arial" pitchFamily="34" charset="0"/>
                <a:ea typeface="SimHei" panose="02010609060101010101" pitchFamily="49" charset="-122"/>
              </a:rPr>
              <a:t>A</a:t>
            </a:r>
          </a:p>
        </p:txBody>
      </p:sp>
      <p:sp>
        <p:nvSpPr>
          <p:cNvPr id="993" name="Text Box 119">
            <a:extLst>
              <a:ext uri="{FF2B5EF4-FFF2-40B4-BE49-F238E27FC236}">
                <a16:creationId xmlns:a16="http://schemas.microsoft.com/office/drawing/2014/main" id="{61A45258-104E-2061-CEE6-BFF81A46C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827" y="4076709"/>
            <a:ext cx="287228" cy="27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0" dirty="0">
                <a:solidFill>
                  <a:srgbClr val="00B0F0"/>
                </a:solidFill>
                <a:latin typeface="Arial" pitchFamily="34" charset="0"/>
                <a:ea typeface="SimHei" panose="02010609060101010101" pitchFamily="49" charset="-122"/>
              </a:rPr>
              <a:t>B</a:t>
            </a:r>
          </a:p>
        </p:txBody>
      </p:sp>
      <p:sp>
        <p:nvSpPr>
          <p:cNvPr id="994" name="Line 111">
            <a:extLst>
              <a:ext uri="{FF2B5EF4-FFF2-40B4-BE49-F238E27FC236}">
                <a16:creationId xmlns:a16="http://schemas.microsoft.com/office/drawing/2014/main" id="{0204B165-F1A4-EB3B-24A9-21EDC3D1A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6312" y="4679956"/>
            <a:ext cx="114510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995" name="Line 110">
            <a:extLst>
              <a:ext uri="{FF2B5EF4-FFF2-40B4-BE49-F238E27FC236}">
                <a16:creationId xmlns:a16="http://schemas.microsoft.com/office/drawing/2014/main" id="{125BE7F4-CEE2-B2E0-15B2-6D2B3B22F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3456" y="4132472"/>
            <a:ext cx="0" cy="5474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SimHei" panose="02010609060101010101" pitchFamily="49" charset="-122"/>
            </a:endParaRPr>
          </a:p>
        </p:txBody>
      </p:sp>
      <p:sp>
        <p:nvSpPr>
          <p:cNvPr id="991" name="Line 113">
            <a:extLst>
              <a:ext uri="{FF2B5EF4-FFF2-40B4-BE49-F238E27FC236}">
                <a16:creationId xmlns:a16="http://schemas.microsoft.com/office/drawing/2014/main" id="{73F6104A-DBEA-C3A0-6D33-3CDD70BFCC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89036" y="3730444"/>
            <a:ext cx="971078" cy="2054069"/>
          </a:xfrm>
          <a:prstGeom prst="line">
            <a:avLst/>
          </a:prstGeom>
          <a:noFill/>
          <a:ln w="19050">
            <a:solidFill>
              <a:srgbClr val="C00000"/>
            </a:solidFill>
            <a:prstDash val="dash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srgbClr val="000000"/>
              </a:solidFill>
              <a:latin typeface="Arial" charset="0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734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259</Words>
  <Application>Microsoft Office PowerPoint</Application>
  <PresentationFormat>宽屏</PresentationFormat>
  <Paragraphs>148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Times</vt:lpstr>
      <vt:lpstr>Wingdings</vt:lpstr>
      <vt:lpstr>Office 主题​​</vt:lpstr>
      <vt:lpstr>PowerPoint 演示文稿</vt:lpstr>
      <vt:lpstr>流水线（示例）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 zk</dc:creator>
  <cp:lastModifiedBy>chen zk</cp:lastModifiedBy>
  <cp:revision>1</cp:revision>
  <dcterms:created xsi:type="dcterms:W3CDTF">2025-11-12T13:39:13Z</dcterms:created>
  <dcterms:modified xsi:type="dcterms:W3CDTF">2025-11-12T13:42:40Z</dcterms:modified>
</cp:coreProperties>
</file>